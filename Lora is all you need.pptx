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77" r:id="rId1"/>
  </p:sldMasterIdLst>
  <p:notesMasterIdLst>
    <p:notesMasterId r:id="rId7"/>
  </p:notesMasterIdLst>
  <p:sldIdLst>
    <p:sldId id="256" r:id="rId2"/>
    <p:sldId id="263" r:id="rId3"/>
    <p:sldId id="264" r:id="rId4"/>
    <p:sldId id="268" r:id="rId5"/>
    <p:sldId id="261"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66"/>
    <p:restoredTop sz="94710"/>
  </p:normalViewPr>
  <p:slideViewPr>
    <p:cSldViewPr snapToGrid="0">
      <p:cViewPr varScale="1">
        <p:scale>
          <a:sx n="149" d="100"/>
          <a:sy n="149" d="100"/>
        </p:scale>
        <p:origin x="18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ata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svg"/><Relationship Id="rId9" Type="http://schemas.openxmlformats.org/officeDocument/2006/relationships/image" Target="../media/image13.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11" Type="http://schemas.openxmlformats.org/officeDocument/2006/relationships/image" Target="../media/image30.png"/><Relationship Id="rId5" Type="http://schemas.openxmlformats.org/officeDocument/2006/relationships/image" Target="../media/image24.png"/><Relationship Id="rId10" Type="http://schemas.openxmlformats.org/officeDocument/2006/relationships/image" Target="../media/image29.svg"/><Relationship Id="rId4" Type="http://schemas.openxmlformats.org/officeDocument/2006/relationships/image" Target="../media/image23.svg"/><Relationship Id="rId9"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E8B5125-F15E-49FD-A0F4-D3B6D50D43D2}" type="doc">
      <dgm:prSet loTypeId="urn:microsoft.com/office/officeart/2018/2/layout/IconVerticalSolidList" loCatId="icon" qsTypeId="urn:microsoft.com/office/officeart/2005/8/quickstyle/simple2" qsCatId="simple" csTypeId="urn:microsoft.com/office/officeart/2005/8/colors/accent3_2" csCatId="accent3" phldr="1"/>
      <dgm:spPr/>
      <dgm:t>
        <a:bodyPr/>
        <a:lstStyle/>
        <a:p>
          <a:endParaRPr lang="en-US"/>
        </a:p>
      </dgm:t>
    </dgm:pt>
    <dgm:pt modelId="{B98D67D5-25FD-45CB-9F84-809777C413B9}">
      <dgm:prSet/>
      <dgm:spPr/>
      <dgm:t>
        <a:bodyPr/>
        <a:lstStyle/>
        <a:p>
          <a:pPr>
            <a:lnSpc>
              <a:spcPct val="100000"/>
            </a:lnSpc>
          </a:pPr>
          <a:r>
            <a:rPr lang="en-GB" b="0" dirty="0">
              <a:solidFill>
                <a:schemeClr val="tx1"/>
              </a:solidFill>
            </a:rPr>
            <a:t>E</a:t>
          </a:r>
          <a:r>
            <a:rPr lang="en-US" b="0" dirty="0" err="1">
              <a:solidFill>
                <a:schemeClr val="tx1"/>
              </a:solidFill>
            </a:rPr>
            <a:t>xponential</a:t>
          </a:r>
          <a:r>
            <a:rPr lang="en-US" b="0" dirty="0">
              <a:solidFill>
                <a:schemeClr val="tx1"/>
              </a:solidFill>
            </a:rPr>
            <a:t> growth in model parameters</a:t>
          </a:r>
        </a:p>
      </dgm:t>
    </dgm:pt>
    <dgm:pt modelId="{A1B4D4C0-8C3C-4BE6-ADEF-DAB7EB6193CA}" type="parTrans" cxnId="{F056E3ED-C966-4676-A1DA-3999D6245D03}">
      <dgm:prSet/>
      <dgm:spPr/>
      <dgm:t>
        <a:bodyPr/>
        <a:lstStyle/>
        <a:p>
          <a:endParaRPr lang="en-US"/>
        </a:p>
      </dgm:t>
    </dgm:pt>
    <dgm:pt modelId="{49DDA0BD-785C-4B0E-9C79-8D6A58A4F782}" type="sibTrans" cxnId="{F056E3ED-C966-4676-A1DA-3999D6245D03}">
      <dgm:prSet/>
      <dgm:spPr/>
      <dgm:t>
        <a:bodyPr/>
        <a:lstStyle/>
        <a:p>
          <a:endParaRPr lang="en-US"/>
        </a:p>
      </dgm:t>
    </dgm:pt>
    <dgm:pt modelId="{3CB8A82E-44A7-4691-B055-57F07B9D69E9}">
      <dgm:prSet/>
      <dgm:spPr/>
      <dgm:t>
        <a:bodyPr/>
        <a:lstStyle/>
        <a:p>
          <a:pPr>
            <a:lnSpc>
              <a:spcPct val="100000"/>
            </a:lnSpc>
          </a:pPr>
          <a:r>
            <a:rPr lang="en-GB">
              <a:solidFill>
                <a:schemeClr val="tx1"/>
              </a:solidFill>
            </a:rPr>
            <a:t>T</a:t>
          </a:r>
          <a:r>
            <a:rPr lang="en-US">
              <a:solidFill>
                <a:schemeClr val="tx1"/>
              </a:solidFill>
            </a:rPr>
            <a:t>raining time  and hardware requirements</a:t>
          </a:r>
          <a:endParaRPr lang="en-US" dirty="0">
            <a:solidFill>
              <a:schemeClr val="tx1"/>
            </a:solidFill>
          </a:endParaRPr>
        </a:p>
      </dgm:t>
    </dgm:pt>
    <dgm:pt modelId="{833F9220-3882-403A-89C2-2216616076C8}" type="parTrans" cxnId="{4D320737-CAC6-42A3-9DB8-2EAC857A49B5}">
      <dgm:prSet/>
      <dgm:spPr/>
      <dgm:t>
        <a:bodyPr/>
        <a:lstStyle/>
        <a:p>
          <a:endParaRPr lang="en-US"/>
        </a:p>
      </dgm:t>
    </dgm:pt>
    <dgm:pt modelId="{7855C019-BB5B-4A86-81B4-95B2A5362B45}" type="sibTrans" cxnId="{4D320737-CAC6-42A3-9DB8-2EAC857A49B5}">
      <dgm:prSet/>
      <dgm:spPr/>
      <dgm:t>
        <a:bodyPr/>
        <a:lstStyle/>
        <a:p>
          <a:endParaRPr lang="en-US"/>
        </a:p>
      </dgm:t>
    </dgm:pt>
    <dgm:pt modelId="{184601FD-6436-40C1-8FE6-60C6CB8CCF1E}">
      <dgm:prSet/>
      <dgm:spPr/>
      <dgm:t>
        <a:bodyPr/>
        <a:lstStyle/>
        <a:p>
          <a:pPr>
            <a:lnSpc>
              <a:spcPct val="100000"/>
            </a:lnSpc>
          </a:pPr>
          <a:r>
            <a:rPr lang="en-GB">
              <a:solidFill>
                <a:schemeClr val="tx1"/>
              </a:solidFill>
            </a:rPr>
            <a:t>E</a:t>
          </a:r>
          <a:r>
            <a:rPr lang="en-US">
              <a:solidFill>
                <a:schemeClr val="tx1"/>
              </a:solidFill>
            </a:rPr>
            <a:t>nergy consumption and sustainability</a:t>
          </a:r>
          <a:endParaRPr lang="en-US" dirty="0">
            <a:solidFill>
              <a:schemeClr val="tx1"/>
            </a:solidFill>
          </a:endParaRPr>
        </a:p>
      </dgm:t>
    </dgm:pt>
    <dgm:pt modelId="{05EC1495-BED1-4C2A-A724-5C072BEF65BA}" type="parTrans" cxnId="{703E2F32-FBD6-4FE5-92FE-34C661D7BCB1}">
      <dgm:prSet/>
      <dgm:spPr/>
      <dgm:t>
        <a:bodyPr/>
        <a:lstStyle/>
        <a:p>
          <a:endParaRPr lang="en-US"/>
        </a:p>
      </dgm:t>
    </dgm:pt>
    <dgm:pt modelId="{8DBC8DAC-BBC8-4B83-B7AC-3F7A111D78B4}" type="sibTrans" cxnId="{703E2F32-FBD6-4FE5-92FE-34C661D7BCB1}">
      <dgm:prSet/>
      <dgm:spPr/>
      <dgm:t>
        <a:bodyPr/>
        <a:lstStyle/>
        <a:p>
          <a:endParaRPr lang="en-US"/>
        </a:p>
      </dgm:t>
    </dgm:pt>
    <dgm:pt modelId="{904020F5-4CAF-43DC-94B9-D6FE4F00F287}">
      <dgm:prSet/>
      <dgm:spPr/>
      <dgm:t>
        <a:bodyPr/>
        <a:lstStyle/>
        <a:p>
          <a:pPr>
            <a:lnSpc>
              <a:spcPct val="100000"/>
            </a:lnSpc>
          </a:pPr>
          <a:r>
            <a:rPr lang="en-GB" dirty="0">
              <a:solidFill>
                <a:schemeClr val="tx1"/>
              </a:solidFill>
            </a:rPr>
            <a:t>E</a:t>
          </a:r>
          <a:r>
            <a:rPr lang="en-US" dirty="0" err="1">
              <a:solidFill>
                <a:schemeClr val="tx1"/>
              </a:solidFill>
            </a:rPr>
            <a:t>xtremely</a:t>
          </a:r>
          <a:r>
            <a:rPr lang="en-US" dirty="0">
              <a:solidFill>
                <a:schemeClr val="tx1"/>
              </a:solidFill>
            </a:rPr>
            <a:t> high costs and entrance barriers</a:t>
          </a:r>
        </a:p>
      </dgm:t>
    </dgm:pt>
    <dgm:pt modelId="{6F54FA52-3A20-493D-8B89-A10AE3B74084}" type="parTrans" cxnId="{5303849F-B6DF-40D5-A8A8-A641B2F3B702}">
      <dgm:prSet/>
      <dgm:spPr/>
      <dgm:t>
        <a:bodyPr/>
        <a:lstStyle/>
        <a:p>
          <a:endParaRPr lang="en-US"/>
        </a:p>
      </dgm:t>
    </dgm:pt>
    <dgm:pt modelId="{A633944E-885D-4EE7-ABE3-6A91A5BCE9CA}" type="sibTrans" cxnId="{5303849F-B6DF-40D5-A8A8-A641B2F3B702}">
      <dgm:prSet/>
      <dgm:spPr/>
      <dgm:t>
        <a:bodyPr/>
        <a:lstStyle/>
        <a:p>
          <a:endParaRPr lang="en-US"/>
        </a:p>
      </dgm:t>
    </dgm:pt>
    <dgm:pt modelId="{1E60A6E8-99D6-41DC-85FA-C85EBA444F20}">
      <dgm:prSet/>
      <dgm:spPr/>
      <dgm:t>
        <a:bodyPr/>
        <a:lstStyle/>
        <a:p>
          <a:pPr>
            <a:lnSpc>
              <a:spcPct val="100000"/>
            </a:lnSpc>
          </a:pPr>
          <a:r>
            <a:rPr lang="en-GB">
              <a:solidFill>
                <a:schemeClr val="tx1"/>
              </a:solidFill>
            </a:rPr>
            <a:t>D</a:t>
          </a:r>
          <a:r>
            <a:rPr lang="en-US">
              <a:solidFill>
                <a:schemeClr val="tx1"/>
              </a:solidFill>
            </a:rPr>
            <a:t>ata requirements</a:t>
          </a:r>
          <a:endParaRPr lang="en-US" dirty="0">
            <a:solidFill>
              <a:schemeClr val="tx1"/>
            </a:solidFill>
          </a:endParaRPr>
        </a:p>
      </dgm:t>
    </dgm:pt>
    <dgm:pt modelId="{6F45F169-D28C-49AB-BB4C-1C3244A8AB5F}" type="parTrans" cxnId="{F42D0E3A-D5E8-4A0B-A3AD-F68107C5D770}">
      <dgm:prSet/>
      <dgm:spPr/>
      <dgm:t>
        <a:bodyPr/>
        <a:lstStyle/>
        <a:p>
          <a:endParaRPr lang="en-US"/>
        </a:p>
      </dgm:t>
    </dgm:pt>
    <dgm:pt modelId="{A7475247-7FF6-4D3C-995D-C9AB8D4EC624}" type="sibTrans" cxnId="{F42D0E3A-D5E8-4A0B-A3AD-F68107C5D770}">
      <dgm:prSet/>
      <dgm:spPr/>
      <dgm:t>
        <a:bodyPr/>
        <a:lstStyle/>
        <a:p>
          <a:endParaRPr lang="en-US"/>
        </a:p>
      </dgm:t>
    </dgm:pt>
    <dgm:pt modelId="{C355595E-4EF5-471D-AA5F-CED9ED0D56EB}" type="pres">
      <dgm:prSet presAssocID="{9E8B5125-F15E-49FD-A0F4-D3B6D50D43D2}" presName="root" presStyleCnt="0">
        <dgm:presLayoutVars>
          <dgm:dir/>
          <dgm:resizeHandles val="exact"/>
        </dgm:presLayoutVars>
      </dgm:prSet>
      <dgm:spPr/>
    </dgm:pt>
    <dgm:pt modelId="{625FEDCA-DEB5-4399-91D3-2DB4937ECD13}" type="pres">
      <dgm:prSet presAssocID="{B98D67D5-25FD-45CB-9F84-809777C413B9}" presName="compNode" presStyleCnt="0"/>
      <dgm:spPr/>
    </dgm:pt>
    <dgm:pt modelId="{5E4CA021-50E9-4E87-B0B5-FB84B96CF759}" type="pres">
      <dgm:prSet presAssocID="{B98D67D5-25FD-45CB-9F84-809777C413B9}" presName="bgRect" presStyleLbl="bgShp" presStyleIdx="0" presStyleCnt="5"/>
      <dgm:spPr/>
    </dgm:pt>
    <dgm:pt modelId="{CB4980F7-39B5-472B-9D02-97AE2EA6F047}" type="pres">
      <dgm:prSet presAssocID="{B98D67D5-25FD-45CB-9F84-809777C413B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827CAA44-7C79-4A07-8AEF-CB63E72039A0}" type="pres">
      <dgm:prSet presAssocID="{B98D67D5-25FD-45CB-9F84-809777C413B9}" presName="spaceRect" presStyleCnt="0"/>
      <dgm:spPr/>
    </dgm:pt>
    <dgm:pt modelId="{C3C391F4-903A-4FE9-B2DD-5613D5CB5AAE}" type="pres">
      <dgm:prSet presAssocID="{B98D67D5-25FD-45CB-9F84-809777C413B9}" presName="parTx" presStyleLbl="revTx" presStyleIdx="0" presStyleCnt="5">
        <dgm:presLayoutVars>
          <dgm:chMax val="0"/>
          <dgm:chPref val="0"/>
        </dgm:presLayoutVars>
      </dgm:prSet>
      <dgm:spPr/>
    </dgm:pt>
    <dgm:pt modelId="{6A6AFF4A-AF0B-490A-9EEB-4E2263A72D71}" type="pres">
      <dgm:prSet presAssocID="{49DDA0BD-785C-4B0E-9C79-8D6A58A4F782}" presName="sibTrans" presStyleCnt="0"/>
      <dgm:spPr/>
    </dgm:pt>
    <dgm:pt modelId="{EE0A1954-B919-4B20-9B20-B15E49F8FD80}" type="pres">
      <dgm:prSet presAssocID="{3CB8A82E-44A7-4691-B055-57F07B9D69E9}" presName="compNode" presStyleCnt="0"/>
      <dgm:spPr/>
    </dgm:pt>
    <dgm:pt modelId="{CA51F941-3801-4487-9A48-50E1EB951738}" type="pres">
      <dgm:prSet presAssocID="{3CB8A82E-44A7-4691-B055-57F07B9D69E9}" presName="bgRect" presStyleLbl="bgShp" presStyleIdx="1" presStyleCnt="5"/>
      <dgm:spPr/>
    </dgm:pt>
    <dgm:pt modelId="{154B3433-EE05-4DE0-8BD4-C829B06F5826}" type="pres">
      <dgm:prSet presAssocID="{3CB8A82E-44A7-4691-B055-57F07B9D69E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omputer"/>
        </a:ext>
      </dgm:extLst>
    </dgm:pt>
    <dgm:pt modelId="{72191563-D681-458E-A8A1-266F538FA10B}" type="pres">
      <dgm:prSet presAssocID="{3CB8A82E-44A7-4691-B055-57F07B9D69E9}" presName="spaceRect" presStyleCnt="0"/>
      <dgm:spPr/>
    </dgm:pt>
    <dgm:pt modelId="{22C996AA-3671-4CBA-8D45-3727B4C238F7}" type="pres">
      <dgm:prSet presAssocID="{3CB8A82E-44A7-4691-B055-57F07B9D69E9}" presName="parTx" presStyleLbl="revTx" presStyleIdx="1" presStyleCnt="5">
        <dgm:presLayoutVars>
          <dgm:chMax val="0"/>
          <dgm:chPref val="0"/>
        </dgm:presLayoutVars>
      </dgm:prSet>
      <dgm:spPr/>
    </dgm:pt>
    <dgm:pt modelId="{0AD3E85C-60C0-4BFE-8F21-6F8BDCD2DEA7}" type="pres">
      <dgm:prSet presAssocID="{7855C019-BB5B-4A86-81B4-95B2A5362B45}" presName="sibTrans" presStyleCnt="0"/>
      <dgm:spPr/>
    </dgm:pt>
    <dgm:pt modelId="{3027F7EE-7034-49B7-B8B7-E758F73D34AF}" type="pres">
      <dgm:prSet presAssocID="{184601FD-6436-40C1-8FE6-60C6CB8CCF1E}" presName="compNode" presStyleCnt="0"/>
      <dgm:spPr/>
    </dgm:pt>
    <dgm:pt modelId="{4FDB2921-9354-4788-8481-05ECDC4773FE}" type="pres">
      <dgm:prSet presAssocID="{184601FD-6436-40C1-8FE6-60C6CB8CCF1E}" presName="bgRect" presStyleLbl="bgShp" presStyleIdx="2" presStyleCnt="5"/>
      <dgm:spPr/>
    </dgm:pt>
    <dgm:pt modelId="{54A7820C-B0E5-4518-A703-01807691B97E}" type="pres">
      <dgm:prSet presAssocID="{184601FD-6436-40C1-8FE6-60C6CB8CCF1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Lightbulb"/>
        </a:ext>
      </dgm:extLst>
    </dgm:pt>
    <dgm:pt modelId="{6B236FF0-9548-4408-AF43-755C84FEA0F5}" type="pres">
      <dgm:prSet presAssocID="{184601FD-6436-40C1-8FE6-60C6CB8CCF1E}" presName="spaceRect" presStyleCnt="0"/>
      <dgm:spPr/>
    </dgm:pt>
    <dgm:pt modelId="{9F71896B-9FA3-4276-87BE-202ECF098D8E}" type="pres">
      <dgm:prSet presAssocID="{184601FD-6436-40C1-8FE6-60C6CB8CCF1E}" presName="parTx" presStyleLbl="revTx" presStyleIdx="2" presStyleCnt="5">
        <dgm:presLayoutVars>
          <dgm:chMax val="0"/>
          <dgm:chPref val="0"/>
        </dgm:presLayoutVars>
      </dgm:prSet>
      <dgm:spPr/>
    </dgm:pt>
    <dgm:pt modelId="{93D97346-1357-4ED2-9E70-51900865EFA9}" type="pres">
      <dgm:prSet presAssocID="{8DBC8DAC-BBC8-4B83-B7AC-3F7A111D78B4}" presName="sibTrans" presStyleCnt="0"/>
      <dgm:spPr/>
    </dgm:pt>
    <dgm:pt modelId="{FFA76839-45FD-4F68-9C55-49974849B57A}" type="pres">
      <dgm:prSet presAssocID="{1E60A6E8-99D6-41DC-85FA-C85EBA444F20}" presName="compNode" presStyleCnt="0"/>
      <dgm:spPr/>
    </dgm:pt>
    <dgm:pt modelId="{6EA1A25B-20AD-4EDE-803C-9F6642BA5B37}" type="pres">
      <dgm:prSet presAssocID="{1E60A6E8-99D6-41DC-85FA-C85EBA444F20}" presName="bgRect" presStyleLbl="bgShp" presStyleIdx="3" presStyleCnt="5"/>
      <dgm:spPr/>
    </dgm:pt>
    <dgm:pt modelId="{E5F57296-2621-451B-ADFF-1B94748C2200}" type="pres">
      <dgm:prSet presAssocID="{1E60A6E8-99D6-41DC-85FA-C85EBA444F20}"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ick"/>
        </a:ext>
      </dgm:extLst>
    </dgm:pt>
    <dgm:pt modelId="{5BC9D211-DF19-4ADE-90B3-3676B1AF4E68}" type="pres">
      <dgm:prSet presAssocID="{1E60A6E8-99D6-41DC-85FA-C85EBA444F20}" presName="spaceRect" presStyleCnt="0"/>
      <dgm:spPr/>
    </dgm:pt>
    <dgm:pt modelId="{0BAB08C2-F834-4A28-8CF2-01542550B464}" type="pres">
      <dgm:prSet presAssocID="{1E60A6E8-99D6-41DC-85FA-C85EBA444F20}" presName="parTx" presStyleLbl="revTx" presStyleIdx="3" presStyleCnt="5">
        <dgm:presLayoutVars>
          <dgm:chMax val="0"/>
          <dgm:chPref val="0"/>
        </dgm:presLayoutVars>
      </dgm:prSet>
      <dgm:spPr/>
    </dgm:pt>
    <dgm:pt modelId="{18BC8765-1223-0F4C-8D78-51AB72A749C2}" type="pres">
      <dgm:prSet presAssocID="{A7475247-7FF6-4D3C-995D-C9AB8D4EC624}" presName="sibTrans" presStyleCnt="0"/>
      <dgm:spPr/>
    </dgm:pt>
    <dgm:pt modelId="{0541E0A9-CF7B-42DA-B0DB-21D57AF0DA59}" type="pres">
      <dgm:prSet presAssocID="{904020F5-4CAF-43DC-94B9-D6FE4F00F287}" presName="compNode" presStyleCnt="0"/>
      <dgm:spPr/>
    </dgm:pt>
    <dgm:pt modelId="{25FD86F9-46DC-4D46-A6AC-126EE9F0DD79}" type="pres">
      <dgm:prSet presAssocID="{904020F5-4CAF-43DC-94B9-D6FE4F00F287}" presName="bgRect" presStyleLbl="bgShp" presStyleIdx="4" presStyleCnt="5"/>
      <dgm:spPr/>
    </dgm:pt>
    <dgm:pt modelId="{238E3746-51E2-4064-9AB3-E47891B3DCF0}" type="pres">
      <dgm:prSet presAssocID="{904020F5-4CAF-43DC-94B9-D6FE4F00F287}"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Money"/>
        </a:ext>
      </dgm:extLst>
    </dgm:pt>
    <dgm:pt modelId="{C39A13E9-AE14-47DF-B8D4-44A480FA1DE6}" type="pres">
      <dgm:prSet presAssocID="{904020F5-4CAF-43DC-94B9-D6FE4F00F287}" presName="spaceRect" presStyleCnt="0"/>
      <dgm:spPr/>
    </dgm:pt>
    <dgm:pt modelId="{A6787B30-0368-49F6-81A4-FCF2EB2917CD}" type="pres">
      <dgm:prSet presAssocID="{904020F5-4CAF-43DC-94B9-D6FE4F00F287}" presName="parTx" presStyleLbl="revTx" presStyleIdx="4" presStyleCnt="5">
        <dgm:presLayoutVars>
          <dgm:chMax val="0"/>
          <dgm:chPref val="0"/>
        </dgm:presLayoutVars>
      </dgm:prSet>
      <dgm:spPr/>
    </dgm:pt>
  </dgm:ptLst>
  <dgm:cxnLst>
    <dgm:cxn modelId="{8B4FEE11-F0E7-B845-9162-A4104B8A5046}" type="presOf" srcId="{184601FD-6436-40C1-8FE6-60C6CB8CCF1E}" destId="{9F71896B-9FA3-4276-87BE-202ECF098D8E}" srcOrd="0" destOrd="0" presId="urn:microsoft.com/office/officeart/2018/2/layout/IconVerticalSolidList"/>
    <dgm:cxn modelId="{23529A1B-00B3-E440-9358-D08FEFA6AF9D}" type="presOf" srcId="{9E8B5125-F15E-49FD-A0F4-D3B6D50D43D2}" destId="{C355595E-4EF5-471D-AA5F-CED9ED0D56EB}" srcOrd="0" destOrd="0" presId="urn:microsoft.com/office/officeart/2018/2/layout/IconVerticalSolidList"/>
    <dgm:cxn modelId="{703E2F32-FBD6-4FE5-92FE-34C661D7BCB1}" srcId="{9E8B5125-F15E-49FD-A0F4-D3B6D50D43D2}" destId="{184601FD-6436-40C1-8FE6-60C6CB8CCF1E}" srcOrd="2" destOrd="0" parTransId="{05EC1495-BED1-4C2A-A724-5C072BEF65BA}" sibTransId="{8DBC8DAC-BBC8-4B83-B7AC-3F7A111D78B4}"/>
    <dgm:cxn modelId="{4D320737-CAC6-42A3-9DB8-2EAC857A49B5}" srcId="{9E8B5125-F15E-49FD-A0F4-D3B6D50D43D2}" destId="{3CB8A82E-44A7-4691-B055-57F07B9D69E9}" srcOrd="1" destOrd="0" parTransId="{833F9220-3882-403A-89C2-2216616076C8}" sibTransId="{7855C019-BB5B-4A86-81B4-95B2A5362B45}"/>
    <dgm:cxn modelId="{F42D0E3A-D5E8-4A0B-A3AD-F68107C5D770}" srcId="{9E8B5125-F15E-49FD-A0F4-D3B6D50D43D2}" destId="{1E60A6E8-99D6-41DC-85FA-C85EBA444F20}" srcOrd="3" destOrd="0" parTransId="{6F45F169-D28C-49AB-BB4C-1C3244A8AB5F}" sibTransId="{A7475247-7FF6-4D3C-995D-C9AB8D4EC624}"/>
    <dgm:cxn modelId="{7E695F3E-A3EF-3648-970F-D2C1946C61C8}" type="presOf" srcId="{3CB8A82E-44A7-4691-B055-57F07B9D69E9}" destId="{22C996AA-3671-4CBA-8D45-3727B4C238F7}" srcOrd="0" destOrd="0" presId="urn:microsoft.com/office/officeart/2018/2/layout/IconVerticalSolidList"/>
    <dgm:cxn modelId="{D872BF57-6018-604D-9C3A-C18EB8E5825F}" type="presOf" srcId="{1E60A6E8-99D6-41DC-85FA-C85EBA444F20}" destId="{0BAB08C2-F834-4A28-8CF2-01542550B464}" srcOrd="0" destOrd="0" presId="urn:microsoft.com/office/officeart/2018/2/layout/IconVerticalSolidList"/>
    <dgm:cxn modelId="{5303849F-B6DF-40D5-A8A8-A641B2F3B702}" srcId="{9E8B5125-F15E-49FD-A0F4-D3B6D50D43D2}" destId="{904020F5-4CAF-43DC-94B9-D6FE4F00F287}" srcOrd="4" destOrd="0" parTransId="{6F54FA52-3A20-493D-8B89-A10AE3B74084}" sibTransId="{A633944E-885D-4EE7-ABE3-6A91A5BCE9CA}"/>
    <dgm:cxn modelId="{7CA08EA6-2CDF-9341-92F6-73098B4D094D}" type="presOf" srcId="{B98D67D5-25FD-45CB-9F84-809777C413B9}" destId="{C3C391F4-903A-4FE9-B2DD-5613D5CB5AAE}" srcOrd="0" destOrd="0" presId="urn:microsoft.com/office/officeart/2018/2/layout/IconVerticalSolidList"/>
    <dgm:cxn modelId="{4AF2FDE9-7454-C747-90B7-EF711C5984A0}" type="presOf" srcId="{904020F5-4CAF-43DC-94B9-D6FE4F00F287}" destId="{A6787B30-0368-49F6-81A4-FCF2EB2917CD}" srcOrd="0" destOrd="0" presId="urn:microsoft.com/office/officeart/2018/2/layout/IconVerticalSolidList"/>
    <dgm:cxn modelId="{F056E3ED-C966-4676-A1DA-3999D6245D03}" srcId="{9E8B5125-F15E-49FD-A0F4-D3B6D50D43D2}" destId="{B98D67D5-25FD-45CB-9F84-809777C413B9}" srcOrd="0" destOrd="0" parTransId="{A1B4D4C0-8C3C-4BE6-ADEF-DAB7EB6193CA}" sibTransId="{49DDA0BD-785C-4B0E-9C79-8D6A58A4F782}"/>
    <dgm:cxn modelId="{6E047F04-8A82-6248-96EB-04E4B80C0E6C}" type="presParOf" srcId="{C355595E-4EF5-471D-AA5F-CED9ED0D56EB}" destId="{625FEDCA-DEB5-4399-91D3-2DB4937ECD13}" srcOrd="0" destOrd="0" presId="urn:microsoft.com/office/officeart/2018/2/layout/IconVerticalSolidList"/>
    <dgm:cxn modelId="{6CCF954D-0D45-2C47-B53A-48C4AB5FE0C4}" type="presParOf" srcId="{625FEDCA-DEB5-4399-91D3-2DB4937ECD13}" destId="{5E4CA021-50E9-4E87-B0B5-FB84B96CF759}" srcOrd="0" destOrd="0" presId="urn:microsoft.com/office/officeart/2018/2/layout/IconVerticalSolidList"/>
    <dgm:cxn modelId="{31ECCB4A-9847-3145-8433-66AE5B05E23E}" type="presParOf" srcId="{625FEDCA-DEB5-4399-91D3-2DB4937ECD13}" destId="{CB4980F7-39B5-472B-9D02-97AE2EA6F047}" srcOrd="1" destOrd="0" presId="urn:microsoft.com/office/officeart/2018/2/layout/IconVerticalSolidList"/>
    <dgm:cxn modelId="{6E3A50F3-36C0-8C44-BDDC-B208DAC3AD62}" type="presParOf" srcId="{625FEDCA-DEB5-4399-91D3-2DB4937ECD13}" destId="{827CAA44-7C79-4A07-8AEF-CB63E72039A0}" srcOrd="2" destOrd="0" presId="urn:microsoft.com/office/officeart/2018/2/layout/IconVerticalSolidList"/>
    <dgm:cxn modelId="{10745399-392C-734C-86EC-310DA10B1EEC}" type="presParOf" srcId="{625FEDCA-DEB5-4399-91D3-2DB4937ECD13}" destId="{C3C391F4-903A-4FE9-B2DD-5613D5CB5AAE}" srcOrd="3" destOrd="0" presId="urn:microsoft.com/office/officeart/2018/2/layout/IconVerticalSolidList"/>
    <dgm:cxn modelId="{E0FAC891-AAA0-1646-9B8E-786E4899891D}" type="presParOf" srcId="{C355595E-4EF5-471D-AA5F-CED9ED0D56EB}" destId="{6A6AFF4A-AF0B-490A-9EEB-4E2263A72D71}" srcOrd="1" destOrd="0" presId="urn:microsoft.com/office/officeart/2018/2/layout/IconVerticalSolidList"/>
    <dgm:cxn modelId="{6B9F7EEA-752F-CE41-8DAB-C5A1EC42DC69}" type="presParOf" srcId="{C355595E-4EF5-471D-AA5F-CED9ED0D56EB}" destId="{EE0A1954-B919-4B20-9B20-B15E49F8FD80}" srcOrd="2" destOrd="0" presId="urn:microsoft.com/office/officeart/2018/2/layout/IconVerticalSolidList"/>
    <dgm:cxn modelId="{7AC338C7-63FB-1B4F-B466-D75DFD4F0A3F}" type="presParOf" srcId="{EE0A1954-B919-4B20-9B20-B15E49F8FD80}" destId="{CA51F941-3801-4487-9A48-50E1EB951738}" srcOrd="0" destOrd="0" presId="urn:microsoft.com/office/officeart/2018/2/layout/IconVerticalSolidList"/>
    <dgm:cxn modelId="{3A9ABA05-291C-8647-B4C9-814763387293}" type="presParOf" srcId="{EE0A1954-B919-4B20-9B20-B15E49F8FD80}" destId="{154B3433-EE05-4DE0-8BD4-C829B06F5826}" srcOrd="1" destOrd="0" presId="urn:microsoft.com/office/officeart/2018/2/layout/IconVerticalSolidList"/>
    <dgm:cxn modelId="{D630236D-D89D-DA4D-B8C5-66220B54F882}" type="presParOf" srcId="{EE0A1954-B919-4B20-9B20-B15E49F8FD80}" destId="{72191563-D681-458E-A8A1-266F538FA10B}" srcOrd="2" destOrd="0" presId="urn:microsoft.com/office/officeart/2018/2/layout/IconVerticalSolidList"/>
    <dgm:cxn modelId="{D31C0920-ED48-784A-BB30-2D3BCF846723}" type="presParOf" srcId="{EE0A1954-B919-4B20-9B20-B15E49F8FD80}" destId="{22C996AA-3671-4CBA-8D45-3727B4C238F7}" srcOrd="3" destOrd="0" presId="urn:microsoft.com/office/officeart/2018/2/layout/IconVerticalSolidList"/>
    <dgm:cxn modelId="{DC0340D8-5B90-EF41-9CB3-188531E0DF6A}" type="presParOf" srcId="{C355595E-4EF5-471D-AA5F-CED9ED0D56EB}" destId="{0AD3E85C-60C0-4BFE-8F21-6F8BDCD2DEA7}" srcOrd="3" destOrd="0" presId="urn:microsoft.com/office/officeart/2018/2/layout/IconVerticalSolidList"/>
    <dgm:cxn modelId="{779AA4FC-4309-CF41-85ED-78BEAA380A24}" type="presParOf" srcId="{C355595E-4EF5-471D-AA5F-CED9ED0D56EB}" destId="{3027F7EE-7034-49B7-B8B7-E758F73D34AF}" srcOrd="4" destOrd="0" presId="urn:microsoft.com/office/officeart/2018/2/layout/IconVerticalSolidList"/>
    <dgm:cxn modelId="{D57CC62C-D8BC-2B46-B0D9-EC9F58DBD055}" type="presParOf" srcId="{3027F7EE-7034-49B7-B8B7-E758F73D34AF}" destId="{4FDB2921-9354-4788-8481-05ECDC4773FE}" srcOrd="0" destOrd="0" presId="urn:microsoft.com/office/officeart/2018/2/layout/IconVerticalSolidList"/>
    <dgm:cxn modelId="{B22ABA56-42BF-4345-9C8A-8563FBE33B67}" type="presParOf" srcId="{3027F7EE-7034-49B7-B8B7-E758F73D34AF}" destId="{54A7820C-B0E5-4518-A703-01807691B97E}" srcOrd="1" destOrd="0" presId="urn:microsoft.com/office/officeart/2018/2/layout/IconVerticalSolidList"/>
    <dgm:cxn modelId="{CA461C3D-50AF-D341-9E27-4483547750CE}" type="presParOf" srcId="{3027F7EE-7034-49B7-B8B7-E758F73D34AF}" destId="{6B236FF0-9548-4408-AF43-755C84FEA0F5}" srcOrd="2" destOrd="0" presId="urn:microsoft.com/office/officeart/2018/2/layout/IconVerticalSolidList"/>
    <dgm:cxn modelId="{647A08E4-5F86-0341-ADE7-2773A256D29D}" type="presParOf" srcId="{3027F7EE-7034-49B7-B8B7-E758F73D34AF}" destId="{9F71896B-9FA3-4276-87BE-202ECF098D8E}" srcOrd="3" destOrd="0" presId="urn:microsoft.com/office/officeart/2018/2/layout/IconVerticalSolidList"/>
    <dgm:cxn modelId="{E29F6275-DC63-4C4A-8DDC-9F7C5357CFBE}" type="presParOf" srcId="{C355595E-4EF5-471D-AA5F-CED9ED0D56EB}" destId="{93D97346-1357-4ED2-9E70-51900865EFA9}" srcOrd="5" destOrd="0" presId="urn:microsoft.com/office/officeart/2018/2/layout/IconVerticalSolidList"/>
    <dgm:cxn modelId="{DCAE51FA-112B-D342-8F13-E82536758AB4}" type="presParOf" srcId="{C355595E-4EF5-471D-AA5F-CED9ED0D56EB}" destId="{FFA76839-45FD-4F68-9C55-49974849B57A}" srcOrd="6" destOrd="0" presId="urn:microsoft.com/office/officeart/2018/2/layout/IconVerticalSolidList"/>
    <dgm:cxn modelId="{494A3DFD-2BBF-3941-B2BA-4A9BCA8996E8}" type="presParOf" srcId="{FFA76839-45FD-4F68-9C55-49974849B57A}" destId="{6EA1A25B-20AD-4EDE-803C-9F6642BA5B37}" srcOrd="0" destOrd="0" presId="urn:microsoft.com/office/officeart/2018/2/layout/IconVerticalSolidList"/>
    <dgm:cxn modelId="{029285EC-F77E-874C-A9D1-FB1C8CB442D8}" type="presParOf" srcId="{FFA76839-45FD-4F68-9C55-49974849B57A}" destId="{E5F57296-2621-451B-ADFF-1B94748C2200}" srcOrd="1" destOrd="0" presId="urn:microsoft.com/office/officeart/2018/2/layout/IconVerticalSolidList"/>
    <dgm:cxn modelId="{54DE9861-5923-C143-9426-8CDE5B299AF8}" type="presParOf" srcId="{FFA76839-45FD-4F68-9C55-49974849B57A}" destId="{5BC9D211-DF19-4ADE-90B3-3676B1AF4E68}" srcOrd="2" destOrd="0" presId="urn:microsoft.com/office/officeart/2018/2/layout/IconVerticalSolidList"/>
    <dgm:cxn modelId="{A80B0B54-B0F7-1049-85E6-6630919E2A2C}" type="presParOf" srcId="{FFA76839-45FD-4F68-9C55-49974849B57A}" destId="{0BAB08C2-F834-4A28-8CF2-01542550B464}" srcOrd="3" destOrd="0" presId="urn:microsoft.com/office/officeart/2018/2/layout/IconVerticalSolidList"/>
    <dgm:cxn modelId="{50F86620-0F54-5D45-BD71-4BDE56D4DA11}" type="presParOf" srcId="{C355595E-4EF5-471D-AA5F-CED9ED0D56EB}" destId="{18BC8765-1223-0F4C-8D78-51AB72A749C2}" srcOrd="7" destOrd="0" presId="urn:microsoft.com/office/officeart/2018/2/layout/IconVerticalSolidList"/>
    <dgm:cxn modelId="{B3AD8D81-7CE9-6E43-92DF-291EE983FBD1}" type="presParOf" srcId="{C355595E-4EF5-471D-AA5F-CED9ED0D56EB}" destId="{0541E0A9-CF7B-42DA-B0DB-21D57AF0DA59}" srcOrd="8" destOrd="0" presId="urn:microsoft.com/office/officeart/2018/2/layout/IconVerticalSolidList"/>
    <dgm:cxn modelId="{F3338B36-115F-E94C-B675-8583A0C291AC}" type="presParOf" srcId="{0541E0A9-CF7B-42DA-B0DB-21D57AF0DA59}" destId="{25FD86F9-46DC-4D46-A6AC-126EE9F0DD79}" srcOrd="0" destOrd="0" presId="urn:microsoft.com/office/officeart/2018/2/layout/IconVerticalSolidList"/>
    <dgm:cxn modelId="{933E8898-51AD-A248-ACED-D9425F41AEE0}" type="presParOf" srcId="{0541E0A9-CF7B-42DA-B0DB-21D57AF0DA59}" destId="{238E3746-51E2-4064-9AB3-E47891B3DCF0}" srcOrd="1" destOrd="0" presId="urn:microsoft.com/office/officeart/2018/2/layout/IconVerticalSolidList"/>
    <dgm:cxn modelId="{419D9F54-8FF8-0E44-A9A5-0CBA433A6109}" type="presParOf" srcId="{0541E0A9-CF7B-42DA-B0DB-21D57AF0DA59}" destId="{C39A13E9-AE14-47DF-B8D4-44A480FA1DE6}" srcOrd="2" destOrd="0" presId="urn:microsoft.com/office/officeart/2018/2/layout/IconVerticalSolidList"/>
    <dgm:cxn modelId="{2BCFEF42-21F1-F849-8C18-C8D58932710C}" type="presParOf" srcId="{0541E0A9-CF7B-42DA-B0DB-21D57AF0DA59}" destId="{A6787B30-0368-49F6-81A4-FCF2EB2917C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8D88F07-C92E-4602-A5F1-903A281DA11D}" type="doc">
      <dgm:prSet loTypeId="urn:microsoft.com/office/officeart/2018/5/layout/IconCircle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1F26B80-B76E-44EF-B803-A11A0FDD0287}">
      <dgm:prSet custT="1"/>
      <dgm:spPr/>
      <dgm:t>
        <a:bodyPr/>
        <a:lstStyle/>
        <a:p>
          <a:pPr>
            <a:lnSpc>
              <a:spcPct val="100000"/>
            </a:lnSpc>
            <a:defRPr cap="all"/>
          </a:pPr>
          <a:r>
            <a:rPr lang="en-GB" sz="1400" b="0" i="0" dirty="0"/>
            <a:t>Reduced Computational Complexity and resources needed</a:t>
          </a:r>
          <a:endParaRPr lang="en-US" sz="1400" b="0" dirty="0"/>
        </a:p>
      </dgm:t>
    </dgm:pt>
    <dgm:pt modelId="{E2FD4B9D-8970-4E6B-840F-E572ED331004}" type="parTrans" cxnId="{EA0A7D12-7FB5-424D-8EE1-F1E7A40A8D0D}">
      <dgm:prSet/>
      <dgm:spPr/>
      <dgm:t>
        <a:bodyPr/>
        <a:lstStyle/>
        <a:p>
          <a:endParaRPr lang="en-US"/>
        </a:p>
      </dgm:t>
    </dgm:pt>
    <dgm:pt modelId="{B01CCDA1-4526-4ED0-9C55-78C353F80096}" type="sibTrans" cxnId="{EA0A7D12-7FB5-424D-8EE1-F1E7A40A8D0D}">
      <dgm:prSet/>
      <dgm:spPr/>
      <dgm:t>
        <a:bodyPr/>
        <a:lstStyle/>
        <a:p>
          <a:endParaRPr lang="en-US"/>
        </a:p>
      </dgm:t>
    </dgm:pt>
    <dgm:pt modelId="{AC6AD55A-3A15-4E12-8DA3-42C03FCED695}">
      <dgm:prSet custT="1"/>
      <dgm:spPr/>
      <dgm:t>
        <a:bodyPr/>
        <a:lstStyle/>
        <a:p>
          <a:pPr>
            <a:lnSpc>
              <a:spcPct val="100000"/>
            </a:lnSpc>
            <a:defRPr cap="all"/>
          </a:pPr>
          <a:r>
            <a:rPr lang="en-GB" sz="1400" b="0" i="0" dirty="0"/>
            <a:t>Lower Costs  and Energy Consumption</a:t>
          </a:r>
          <a:endParaRPr lang="en-US" sz="1400" b="0" dirty="0"/>
        </a:p>
      </dgm:t>
    </dgm:pt>
    <dgm:pt modelId="{0CFB3E2E-E5BD-4698-B97A-317495F622ED}" type="parTrans" cxnId="{0F0FDCDF-DE0A-4311-BD6E-850A6185452E}">
      <dgm:prSet/>
      <dgm:spPr/>
      <dgm:t>
        <a:bodyPr/>
        <a:lstStyle/>
        <a:p>
          <a:endParaRPr lang="en-US"/>
        </a:p>
      </dgm:t>
    </dgm:pt>
    <dgm:pt modelId="{896BF378-624E-41F4-9E7F-2AB0F8B83C9E}" type="sibTrans" cxnId="{0F0FDCDF-DE0A-4311-BD6E-850A6185452E}">
      <dgm:prSet/>
      <dgm:spPr/>
      <dgm:t>
        <a:bodyPr/>
        <a:lstStyle/>
        <a:p>
          <a:endParaRPr lang="en-US"/>
        </a:p>
      </dgm:t>
    </dgm:pt>
    <dgm:pt modelId="{61091347-C04A-4E41-8285-383B78367484}">
      <dgm:prSet custT="1"/>
      <dgm:spPr/>
      <dgm:t>
        <a:bodyPr/>
        <a:lstStyle/>
        <a:p>
          <a:pPr>
            <a:lnSpc>
              <a:spcPct val="100000"/>
            </a:lnSpc>
            <a:defRPr cap="all"/>
          </a:pPr>
          <a:r>
            <a:rPr lang="en-GB" sz="1400" b="0" i="0" dirty="0"/>
            <a:t>High performances</a:t>
          </a:r>
          <a:endParaRPr lang="en-US" sz="1400" b="0" dirty="0"/>
        </a:p>
      </dgm:t>
    </dgm:pt>
    <dgm:pt modelId="{A5F18BF1-78F9-468D-A503-AAF8F22E9062}" type="parTrans" cxnId="{CF1458DB-6611-4824-96A5-5DADB5CF4B0D}">
      <dgm:prSet/>
      <dgm:spPr/>
      <dgm:t>
        <a:bodyPr/>
        <a:lstStyle/>
        <a:p>
          <a:endParaRPr lang="en-US"/>
        </a:p>
      </dgm:t>
    </dgm:pt>
    <dgm:pt modelId="{C027F788-3D2A-4A16-8E9F-35E4A13773D6}" type="sibTrans" cxnId="{CF1458DB-6611-4824-96A5-5DADB5CF4B0D}">
      <dgm:prSet/>
      <dgm:spPr/>
      <dgm:t>
        <a:bodyPr/>
        <a:lstStyle/>
        <a:p>
          <a:endParaRPr lang="en-US"/>
        </a:p>
      </dgm:t>
    </dgm:pt>
    <dgm:pt modelId="{1922A93E-7B38-40DB-A003-DF5A165AAA04}">
      <dgm:prSet custT="1"/>
      <dgm:spPr/>
      <dgm:t>
        <a:bodyPr/>
        <a:lstStyle/>
        <a:p>
          <a:pPr>
            <a:lnSpc>
              <a:spcPct val="100000"/>
            </a:lnSpc>
            <a:defRPr cap="all"/>
          </a:pPr>
          <a:r>
            <a:rPr lang="en-GB" sz="1400" b="0" i="0" dirty="0"/>
            <a:t>Flexible</a:t>
          </a:r>
          <a:endParaRPr lang="en-US" sz="1400" b="0" dirty="0"/>
        </a:p>
      </dgm:t>
    </dgm:pt>
    <dgm:pt modelId="{37F443ED-733B-42A0-9E6E-A7B3D014A7C6}" type="parTrans" cxnId="{6FCCACF2-5E2D-4690-A09B-669FF427047A}">
      <dgm:prSet/>
      <dgm:spPr/>
      <dgm:t>
        <a:bodyPr/>
        <a:lstStyle/>
        <a:p>
          <a:endParaRPr lang="en-US"/>
        </a:p>
      </dgm:t>
    </dgm:pt>
    <dgm:pt modelId="{62CE728C-D8F7-42C4-8429-F57EF397A71A}" type="sibTrans" cxnId="{6FCCACF2-5E2D-4690-A09B-669FF427047A}">
      <dgm:prSet/>
      <dgm:spPr/>
      <dgm:t>
        <a:bodyPr/>
        <a:lstStyle/>
        <a:p>
          <a:endParaRPr lang="en-US"/>
        </a:p>
      </dgm:t>
    </dgm:pt>
    <dgm:pt modelId="{5B14F543-70C2-4437-9447-D913F9589801}">
      <dgm:prSet custT="1"/>
      <dgm:spPr/>
      <dgm:t>
        <a:bodyPr/>
        <a:lstStyle/>
        <a:p>
          <a:pPr>
            <a:lnSpc>
              <a:spcPct val="100000"/>
            </a:lnSpc>
            <a:defRPr cap="all"/>
          </a:pPr>
          <a:r>
            <a:rPr lang="en-GB" sz="1400" b="0" i="0" dirty="0"/>
            <a:t>Requires minimal data</a:t>
          </a:r>
          <a:endParaRPr lang="en-US" sz="1400" b="0" dirty="0"/>
        </a:p>
      </dgm:t>
    </dgm:pt>
    <dgm:pt modelId="{7EAC9873-049C-4460-9EBE-E5C3FE277D91}" type="parTrans" cxnId="{ABBD3F90-5CC1-4220-A3C1-BBE1977E8BE9}">
      <dgm:prSet/>
      <dgm:spPr/>
      <dgm:t>
        <a:bodyPr/>
        <a:lstStyle/>
        <a:p>
          <a:endParaRPr lang="en-US"/>
        </a:p>
      </dgm:t>
    </dgm:pt>
    <dgm:pt modelId="{5F4DFB4A-B224-4128-879D-CE02C2CB48F7}" type="sibTrans" cxnId="{ABBD3F90-5CC1-4220-A3C1-BBE1977E8BE9}">
      <dgm:prSet/>
      <dgm:spPr/>
      <dgm:t>
        <a:bodyPr/>
        <a:lstStyle/>
        <a:p>
          <a:endParaRPr lang="en-US"/>
        </a:p>
      </dgm:t>
    </dgm:pt>
    <dgm:pt modelId="{BA60F83D-1415-4CE9-BDC0-A1A5B97FF644}">
      <dgm:prSet custT="1"/>
      <dgm:spPr/>
      <dgm:t>
        <a:bodyPr/>
        <a:lstStyle/>
        <a:p>
          <a:pPr>
            <a:lnSpc>
              <a:spcPct val="100000"/>
            </a:lnSpc>
            <a:defRPr cap="all"/>
          </a:pPr>
          <a:r>
            <a:rPr lang="en-GB" sz="1400" b="0" i="0" dirty="0"/>
            <a:t>Sustainable</a:t>
          </a:r>
          <a:endParaRPr lang="en-US" sz="1400" b="0" dirty="0"/>
        </a:p>
      </dgm:t>
    </dgm:pt>
    <dgm:pt modelId="{1B9FE54B-AD76-452A-904F-B66C4A278FF7}" type="sibTrans" cxnId="{736FB8FA-8ED4-4DDF-84B6-7662280055F0}">
      <dgm:prSet/>
      <dgm:spPr/>
      <dgm:t>
        <a:bodyPr/>
        <a:lstStyle/>
        <a:p>
          <a:endParaRPr lang="en-US"/>
        </a:p>
      </dgm:t>
    </dgm:pt>
    <dgm:pt modelId="{51765C75-761F-4082-BBBC-8199D73C63F6}" type="parTrans" cxnId="{736FB8FA-8ED4-4DDF-84B6-7662280055F0}">
      <dgm:prSet/>
      <dgm:spPr/>
      <dgm:t>
        <a:bodyPr/>
        <a:lstStyle/>
        <a:p>
          <a:endParaRPr lang="en-US"/>
        </a:p>
      </dgm:t>
    </dgm:pt>
    <dgm:pt modelId="{807A097B-BB1F-42EA-9977-132AA899C7B5}" type="pres">
      <dgm:prSet presAssocID="{28D88F07-C92E-4602-A5F1-903A281DA11D}" presName="root" presStyleCnt="0">
        <dgm:presLayoutVars>
          <dgm:dir/>
          <dgm:resizeHandles val="exact"/>
        </dgm:presLayoutVars>
      </dgm:prSet>
      <dgm:spPr/>
    </dgm:pt>
    <dgm:pt modelId="{7ECDAC14-2A70-495E-908E-F66CC4D990CC}" type="pres">
      <dgm:prSet presAssocID="{81F26B80-B76E-44EF-B803-A11A0FDD0287}" presName="compNode" presStyleCnt="0"/>
      <dgm:spPr/>
    </dgm:pt>
    <dgm:pt modelId="{9151B210-E501-4E8E-9D40-A12AF06583BE}" type="pres">
      <dgm:prSet presAssocID="{81F26B80-B76E-44EF-B803-A11A0FDD0287}" presName="iconBgRect" presStyleLbl="bgShp" presStyleIdx="0" presStyleCnt="6"/>
      <dgm:spPr/>
    </dgm:pt>
    <dgm:pt modelId="{F368F707-DCB8-437F-8A95-9B5700924C8C}" type="pres">
      <dgm:prSet presAssocID="{81F26B80-B76E-44EF-B803-A11A0FDD0287}"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A617D273-619F-4A10-94F6-ADD05DA7DF70}" type="pres">
      <dgm:prSet presAssocID="{81F26B80-B76E-44EF-B803-A11A0FDD0287}" presName="spaceRect" presStyleCnt="0"/>
      <dgm:spPr/>
    </dgm:pt>
    <dgm:pt modelId="{9CA47DA9-0625-41E3-A07D-922A8FA56978}" type="pres">
      <dgm:prSet presAssocID="{81F26B80-B76E-44EF-B803-A11A0FDD0287}" presName="textRect" presStyleLbl="revTx" presStyleIdx="0" presStyleCnt="6">
        <dgm:presLayoutVars>
          <dgm:chMax val="1"/>
          <dgm:chPref val="1"/>
        </dgm:presLayoutVars>
      </dgm:prSet>
      <dgm:spPr/>
    </dgm:pt>
    <dgm:pt modelId="{EB8E91C5-47F2-4EAE-B762-427B847BD6AC}" type="pres">
      <dgm:prSet presAssocID="{B01CCDA1-4526-4ED0-9C55-78C353F80096}" presName="sibTrans" presStyleCnt="0"/>
      <dgm:spPr/>
    </dgm:pt>
    <dgm:pt modelId="{82149D5C-7FCE-433C-92F7-E35BD7906023}" type="pres">
      <dgm:prSet presAssocID="{AC6AD55A-3A15-4E12-8DA3-42C03FCED695}" presName="compNode" presStyleCnt="0"/>
      <dgm:spPr/>
    </dgm:pt>
    <dgm:pt modelId="{E58FBD69-F1DE-4139-8620-0C4D7DB3FD89}" type="pres">
      <dgm:prSet presAssocID="{AC6AD55A-3A15-4E12-8DA3-42C03FCED695}" presName="iconBgRect" presStyleLbl="bgShp" presStyleIdx="1" presStyleCnt="6"/>
      <dgm:spPr/>
    </dgm:pt>
    <dgm:pt modelId="{242F6DD0-CAFC-424E-AC48-2B633E6D5D26}" type="pres">
      <dgm:prSet presAssocID="{AC6AD55A-3A15-4E12-8DA3-42C03FCED695}"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ins"/>
        </a:ext>
      </dgm:extLst>
    </dgm:pt>
    <dgm:pt modelId="{FC02B010-0563-47AB-98FF-32626F0AA321}" type="pres">
      <dgm:prSet presAssocID="{AC6AD55A-3A15-4E12-8DA3-42C03FCED695}" presName="spaceRect" presStyleCnt="0"/>
      <dgm:spPr/>
    </dgm:pt>
    <dgm:pt modelId="{FFE1025E-CBE9-4127-9EB3-59912AC6AD07}" type="pres">
      <dgm:prSet presAssocID="{AC6AD55A-3A15-4E12-8DA3-42C03FCED695}" presName="textRect" presStyleLbl="revTx" presStyleIdx="1" presStyleCnt="6">
        <dgm:presLayoutVars>
          <dgm:chMax val="1"/>
          <dgm:chPref val="1"/>
        </dgm:presLayoutVars>
      </dgm:prSet>
      <dgm:spPr/>
    </dgm:pt>
    <dgm:pt modelId="{F52224D6-E298-4950-B506-CEE80A9D1F79}" type="pres">
      <dgm:prSet presAssocID="{896BF378-624E-41F4-9E7F-2AB0F8B83C9E}" presName="sibTrans" presStyleCnt="0"/>
      <dgm:spPr/>
    </dgm:pt>
    <dgm:pt modelId="{D2D86FC6-0910-4477-A22C-24BFD1DA2E7A}" type="pres">
      <dgm:prSet presAssocID="{BA60F83D-1415-4CE9-BDC0-A1A5B97FF644}" presName="compNode" presStyleCnt="0"/>
      <dgm:spPr/>
    </dgm:pt>
    <dgm:pt modelId="{3FC3512D-F910-40AB-B672-64E36CADE14D}" type="pres">
      <dgm:prSet presAssocID="{BA60F83D-1415-4CE9-BDC0-A1A5B97FF644}" presName="iconBgRect" presStyleLbl="bgShp" presStyleIdx="2" presStyleCnt="6"/>
      <dgm:spPr/>
    </dgm:pt>
    <dgm:pt modelId="{6F5435AF-5B04-4949-B2EB-BC3458A11C0B}" type="pres">
      <dgm:prSet presAssocID="{BA60F83D-1415-4CE9-BDC0-A1A5B97FF64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auge"/>
        </a:ext>
      </dgm:extLst>
    </dgm:pt>
    <dgm:pt modelId="{8DB17443-B75F-40B9-AB43-A54B69BB6603}" type="pres">
      <dgm:prSet presAssocID="{BA60F83D-1415-4CE9-BDC0-A1A5B97FF644}" presName="spaceRect" presStyleCnt="0"/>
      <dgm:spPr/>
    </dgm:pt>
    <dgm:pt modelId="{3EDB1A21-2920-42C7-BAC5-456D73CEA355}" type="pres">
      <dgm:prSet presAssocID="{BA60F83D-1415-4CE9-BDC0-A1A5B97FF644}" presName="textRect" presStyleLbl="revTx" presStyleIdx="2" presStyleCnt="6">
        <dgm:presLayoutVars>
          <dgm:chMax val="1"/>
          <dgm:chPref val="1"/>
        </dgm:presLayoutVars>
      </dgm:prSet>
      <dgm:spPr/>
    </dgm:pt>
    <dgm:pt modelId="{E49387DA-C726-4EC5-A8D5-2BD3942D725A}" type="pres">
      <dgm:prSet presAssocID="{1B9FE54B-AD76-452A-904F-B66C4A278FF7}" presName="sibTrans" presStyleCnt="0"/>
      <dgm:spPr/>
    </dgm:pt>
    <dgm:pt modelId="{5E2522A5-325A-4775-974C-BE1FFB3C0CED}" type="pres">
      <dgm:prSet presAssocID="{61091347-C04A-4E41-8285-383B78367484}" presName="compNode" presStyleCnt="0"/>
      <dgm:spPr/>
    </dgm:pt>
    <dgm:pt modelId="{543A94E3-1CCF-482D-AF35-3A8BA117BD8E}" type="pres">
      <dgm:prSet presAssocID="{61091347-C04A-4E41-8285-383B78367484}" presName="iconBgRect" presStyleLbl="bgShp" presStyleIdx="3" presStyleCnt="6"/>
      <dgm:spPr/>
    </dgm:pt>
    <dgm:pt modelId="{62F4A33C-7D9E-4C48-ADAB-BBBAD5DAE576}" type="pres">
      <dgm:prSet presAssocID="{61091347-C04A-4E41-8285-383B7836748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pward trend"/>
        </a:ext>
      </dgm:extLst>
    </dgm:pt>
    <dgm:pt modelId="{CFCCCA4C-2BA3-4240-9C49-F54C2EF25231}" type="pres">
      <dgm:prSet presAssocID="{61091347-C04A-4E41-8285-383B78367484}" presName="spaceRect" presStyleCnt="0"/>
      <dgm:spPr/>
    </dgm:pt>
    <dgm:pt modelId="{146C68A0-4AB2-4422-8FB9-4B5B333DDDE4}" type="pres">
      <dgm:prSet presAssocID="{61091347-C04A-4E41-8285-383B78367484}" presName="textRect" presStyleLbl="revTx" presStyleIdx="3" presStyleCnt="6">
        <dgm:presLayoutVars>
          <dgm:chMax val="1"/>
          <dgm:chPref val="1"/>
        </dgm:presLayoutVars>
      </dgm:prSet>
      <dgm:spPr/>
    </dgm:pt>
    <dgm:pt modelId="{877DE787-2150-4970-99F2-CEB58A813AE0}" type="pres">
      <dgm:prSet presAssocID="{C027F788-3D2A-4A16-8E9F-35E4A13773D6}" presName="sibTrans" presStyleCnt="0"/>
      <dgm:spPr/>
    </dgm:pt>
    <dgm:pt modelId="{B16C9F46-83ED-41BC-A96E-1C8EE66E65CE}" type="pres">
      <dgm:prSet presAssocID="{1922A93E-7B38-40DB-A003-DF5A165AAA04}" presName="compNode" presStyleCnt="0"/>
      <dgm:spPr/>
    </dgm:pt>
    <dgm:pt modelId="{7BEDF895-61E6-460F-894E-AC599B592478}" type="pres">
      <dgm:prSet presAssocID="{1922A93E-7B38-40DB-A003-DF5A165AAA04}" presName="iconBgRect" presStyleLbl="bgShp" presStyleIdx="4" presStyleCnt="6"/>
      <dgm:spPr/>
    </dgm:pt>
    <dgm:pt modelId="{6DFD10D2-0DA7-4434-A9B2-30CD8EA24838}" type="pres">
      <dgm:prSet presAssocID="{1922A93E-7B38-40DB-A003-DF5A165AAA0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Gymnast - Floor Routine"/>
        </a:ext>
      </dgm:extLst>
    </dgm:pt>
    <dgm:pt modelId="{33D892D7-E70D-4A3F-9D11-624955A6341E}" type="pres">
      <dgm:prSet presAssocID="{1922A93E-7B38-40DB-A003-DF5A165AAA04}" presName="spaceRect" presStyleCnt="0"/>
      <dgm:spPr/>
    </dgm:pt>
    <dgm:pt modelId="{5515968A-C90D-44CF-B7A1-586827F74BBF}" type="pres">
      <dgm:prSet presAssocID="{1922A93E-7B38-40DB-A003-DF5A165AAA04}" presName="textRect" presStyleLbl="revTx" presStyleIdx="4" presStyleCnt="6">
        <dgm:presLayoutVars>
          <dgm:chMax val="1"/>
          <dgm:chPref val="1"/>
        </dgm:presLayoutVars>
      </dgm:prSet>
      <dgm:spPr/>
    </dgm:pt>
    <dgm:pt modelId="{1ADFC954-1FB9-4E62-BB0A-7F6AD4CB527B}" type="pres">
      <dgm:prSet presAssocID="{62CE728C-D8F7-42C4-8429-F57EF397A71A}" presName="sibTrans" presStyleCnt="0"/>
      <dgm:spPr/>
    </dgm:pt>
    <dgm:pt modelId="{0A8A428B-AD91-4AFD-964B-C6793E3DFD11}" type="pres">
      <dgm:prSet presAssocID="{5B14F543-70C2-4437-9447-D913F9589801}" presName="compNode" presStyleCnt="0"/>
      <dgm:spPr/>
    </dgm:pt>
    <dgm:pt modelId="{2252C1CA-685A-45B2-8E39-BEAE38427D59}" type="pres">
      <dgm:prSet presAssocID="{5B14F543-70C2-4437-9447-D913F9589801}" presName="iconBgRect" presStyleLbl="bgShp" presStyleIdx="5" presStyleCnt="6"/>
      <dgm:spPr/>
    </dgm:pt>
    <dgm:pt modelId="{718F66ED-36FC-4689-9A34-5ACDEDE56500}" type="pres">
      <dgm:prSet presAssocID="{5B14F543-70C2-4437-9447-D913F9589801}"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Tick"/>
        </a:ext>
      </dgm:extLst>
    </dgm:pt>
    <dgm:pt modelId="{5054FBD7-DDCD-494C-AD59-98FA05C6AFDE}" type="pres">
      <dgm:prSet presAssocID="{5B14F543-70C2-4437-9447-D913F9589801}" presName="spaceRect" presStyleCnt="0"/>
      <dgm:spPr/>
    </dgm:pt>
    <dgm:pt modelId="{D75F493C-8EA6-4A5E-9059-6834E97064A2}" type="pres">
      <dgm:prSet presAssocID="{5B14F543-70C2-4437-9447-D913F9589801}" presName="textRect" presStyleLbl="revTx" presStyleIdx="5" presStyleCnt="6">
        <dgm:presLayoutVars>
          <dgm:chMax val="1"/>
          <dgm:chPref val="1"/>
        </dgm:presLayoutVars>
      </dgm:prSet>
      <dgm:spPr/>
    </dgm:pt>
  </dgm:ptLst>
  <dgm:cxnLst>
    <dgm:cxn modelId="{EA0A7D12-7FB5-424D-8EE1-F1E7A40A8D0D}" srcId="{28D88F07-C92E-4602-A5F1-903A281DA11D}" destId="{81F26B80-B76E-44EF-B803-A11A0FDD0287}" srcOrd="0" destOrd="0" parTransId="{E2FD4B9D-8970-4E6B-840F-E572ED331004}" sibTransId="{B01CCDA1-4526-4ED0-9C55-78C353F80096}"/>
    <dgm:cxn modelId="{04F11C2E-DA21-CF4E-9A94-A5BC4FCF2B08}" type="presOf" srcId="{81F26B80-B76E-44EF-B803-A11A0FDD0287}" destId="{9CA47DA9-0625-41E3-A07D-922A8FA56978}" srcOrd="0" destOrd="0" presId="urn:microsoft.com/office/officeart/2018/5/layout/IconCircleLabelList"/>
    <dgm:cxn modelId="{12F36360-84E7-6548-83A6-B11930CD479D}" type="presOf" srcId="{1922A93E-7B38-40DB-A003-DF5A165AAA04}" destId="{5515968A-C90D-44CF-B7A1-586827F74BBF}" srcOrd="0" destOrd="0" presId="urn:microsoft.com/office/officeart/2018/5/layout/IconCircleLabelList"/>
    <dgm:cxn modelId="{6FCE0E6E-1693-AF45-B9E9-1953C9FB6487}" type="presOf" srcId="{AC6AD55A-3A15-4E12-8DA3-42C03FCED695}" destId="{FFE1025E-CBE9-4127-9EB3-59912AC6AD07}" srcOrd="0" destOrd="0" presId="urn:microsoft.com/office/officeart/2018/5/layout/IconCircleLabelList"/>
    <dgm:cxn modelId="{2B25326F-8FE3-4646-8DBB-BDA76807CC28}" type="presOf" srcId="{61091347-C04A-4E41-8285-383B78367484}" destId="{146C68A0-4AB2-4422-8FB9-4B5B333DDDE4}" srcOrd="0" destOrd="0" presId="urn:microsoft.com/office/officeart/2018/5/layout/IconCircleLabelList"/>
    <dgm:cxn modelId="{ABBD3F90-5CC1-4220-A3C1-BBE1977E8BE9}" srcId="{28D88F07-C92E-4602-A5F1-903A281DA11D}" destId="{5B14F543-70C2-4437-9447-D913F9589801}" srcOrd="5" destOrd="0" parTransId="{7EAC9873-049C-4460-9EBE-E5C3FE277D91}" sibTransId="{5F4DFB4A-B224-4128-879D-CE02C2CB48F7}"/>
    <dgm:cxn modelId="{928FDD9B-AF7D-5449-B632-0FDA720C2CC9}" type="presOf" srcId="{28D88F07-C92E-4602-A5F1-903A281DA11D}" destId="{807A097B-BB1F-42EA-9977-132AA899C7B5}" srcOrd="0" destOrd="0" presId="urn:microsoft.com/office/officeart/2018/5/layout/IconCircleLabelList"/>
    <dgm:cxn modelId="{969813AA-0C6D-DF44-A3C0-96F7FB581E74}" type="presOf" srcId="{5B14F543-70C2-4437-9447-D913F9589801}" destId="{D75F493C-8EA6-4A5E-9059-6834E97064A2}" srcOrd="0" destOrd="0" presId="urn:microsoft.com/office/officeart/2018/5/layout/IconCircleLabelList"/>
    <dgm:cxn modelId="{585D8ABE-60C8-E540-A907-5B123A906ACB}" type="presOf" srcId="{BA60F83D-1415-4CE9-BDC0-A1A5B97FF644}" destId="{3EDB1A21-2920-42C7-BAC5-456D73CEA355}" srcOrd="0" destOrd="0" presId="urn:microsoft.com/office/officeart/2018/5/layout/IconCircleLabelList"/>
    <dgm:cxn modelId="{CF1458DB-6611-4824-96A5-5DADB5CF4B0D}" srcId="{28D88F07-C92E-4602-A5F1-903A281DA11D}" destId="{61091347-C04A-4E41-8285-383B78367484}" srcOrd="3" destOrd="0" parTransId="{A5F18BF1-78F9-468D-A503-AAF8F22E9062}" sibTransId="{C027F788-3D2A-4A16-8E9F-35E4A13773D6}"/>
    <dgm:cxn modelId="{0F0FDCDF-DE0A-4311-BD6E-850A6185452E}" srcId="{28D88F07-C92E-4602-A5F1-903A281DA11D}" destId="{AC6AD55A-3A15-4E12-8DA3-42C03FCED695}" srcOrd="1" destOrd="0" parTransId="{0CFB3E2E-E5BD-4698-B97A-317495F622ED}" sibTransId="{896BF378-624E-41F4-9E7F-2AB0F8B83C9E}"/>
    <dgm:cxn modelId="{6FCCACF2-5E2D-4690-A09B-669FF427047A}" srcId="{28D88F07-C92E-4602-A5F1-903A281DA11D}" destId="{1922A93E-7B38-40DB-A003-DF5A165AAA04}" srcOrd="4" destOrd="0" parTransId="{37F443ED-733B-42A0-9E6E-A7B3D014A7C6}" sibTransId="{62CE728C-D8F7-42C4-8429-F57EF397A71A}"/>
    <dgm:cxn modelId="{736FB8FA-8ED4-4DDF-84B6-7662280055F0}" srcId="{28D88F07-C92E-4602-A5F1-903A281DA11D}" destId="{BA60F83D-1415-4CE9-BDC0-A1A5B97FF644}" srcOrd="2" destOrd="0" parTransId="{51765C75-761F-4082-BBBC-8199D73C63F6}" sibTransId="{1B9FE54B-AD76-452A-904F-B66C4A278FF7}"/>
    <dgm:cxn modelId="{87908B30-65DD-474D-92EA-815DD9C002DC}" type="presParOf" srcId="{807A097B-BB1F-42EA-9977-132AA899C7B5}" destId="{7ECDAC14-2A70-495E-908E-F66CC4D990CC}" srcOrd="0" destOrd="0" presId="urn:microsoft.com/office/officeart/2018/5/layout/IconCircleLabelList"/>
    <dgm:cxn modelId="{B2A37196-DCAE-5741-BB95-3A341EEB25B6}" type="presParOf" srcId="{7ECDAC14-2A70-495E-908E-F66CC4D990CC}" destId="{9151B210-E501-4E8E-9D40-A12AF06583BE}" srcOrd="0" destOrd="0" presId="urn:microsoft.com/office/officeart/2018/5/layout/IconCircleLabelList"/>
    <dgm:cxn modelId="{CA7076AB-53B3-F140-80B5-E086CA0F0FAE}" type="presParOf" srcId="{7ECDAC14-2A70-495E-908E-F66CC4D990CC}" destId="{F368F707-DCB8-437F-8A95-9B5700924C8C}" srcOrd="1" destOrd="0" presId="urn:microsoft.com/office/officeart/2018/5/layout/IconCircleLabelList"/>
    <dgm:cxn modelId="{102C6827-D0CF-794C-B0B4-8A88E8E35612}" type="presParOf" srcId="{7ECDAC14-2A70-495E-908E-F66CC4D990CC}" destId="{A617D273-619F-4A10-94F6-ADD05DA7DF70}" srcOrd="2" destOrd="0" presId="urn:microsoft.com/office/officeart/2018/5/layout/IconCircleLabelList"/>
    <dgm:cxn modelId="{2DD2E07E-6474-8440-A04A-6F1EC9D1392B}" type="presParOf" srcId="{7ECDAC14-2A70-495E-908E-F66CC4D990CC}" destId="{9CA47DA9-0625-41E3-A07D-922A8FA56978}" srcOrd="3" destOrd="0" presId="urn:microsoft.com/office/officeart/2018/5/layout/IconCircleLabelList"/>
    <dgm:cxn modelId="{367432A1-0AA5-194E-B708-EF4C5CB1282D}" type="presParOf" srcId="{807A097B-BB1F-42EA-9977-132AA899C7B5}" destId="{EB8E91C5-47F2-4EAE-B762-427B847BD6AC}" srcOrd="1" destOrd="0" presId="urn:microsoft.com/office/officeart/2018/5/layout/IconCircleLabelList"/>
    <dgm:cxn modelId="{5F286FD9-387F-1C4D-BDE0-4130939DC863}" type="presParOf" srcId="{807A097B-BB1F-42EA-9977-132AA899C7B5}" destId="{82149D5C-7FCE-433C-92F7-E35BD7906023}" srcOrd="2" destOrd="0" presId="urn:microsoft.com/office/officeart/2018/5/layout/IconCircleLabelList"/>
    <dgm:cxn modelId="{F1D2C492-C830-9941-B465-B5622A400CDC}" type="presParOf" srcId="{82149D5C-7FCE-433C-92F7-E35BD7906023}" destId="{E58FBD69-F1DE-4139-8620-0C4D7DB3FD89}" srcOrd="0" destOrd="0" presId="urn:microsoft.com/office/officeart/2018/5/layout/IconCircleLabelList"/>
    <dgm:cxn modelId="{20C0E14E-DA2F-D144-8755-96B00CA825E5}" type="presParOf" srcId="{82149D5C-7FCE-433C-92F7-E35BD7906023}" destId="{242F6DD0-CAFC-424E-AC48-2B633E6D5D26}" srcOrd="1" destOrd="0" presId="urn:microsoft.com/office/officeart/2018/5/layout/IconCircleLabelList"/>
    <dgm:cxn modelId="{064C47B9-32D6-0049-ACB3-D49116DAE5F1}" type="presParOf" srcId="{82149D5C-7FCE-433C-92F7-E35BD7906023}" destId="{FC02B010-0563-47AB-98FF-32626F0AA321}" srcOrd="2" destOrd="0" presId="urn:microsoft.com/office/officeart/2018/5/layout/IconCircleLabelList"/>
    <dgm:cxn modelId="{BD8EEC56-72E6-AF4D-BEF2-87C673ED4461}" type="presParOf" srcId="{82149D5C-7FCE-433C-92F7-E35BD7906023}" destId="{FFE1025E-CBE9-4127-9EB3-59912AC6AD07}" srcOrd="3" destOrd="0" presId="urn:microsoft.com/office/officeart/2018/5/layout/IconCircleLabelList"/>
    <dgm:cxn modelId="{E2D4A8D6-553B-DD4C-9E42-BBC0EC47BAC0}" type="presParOf" srcId="{807A097B-BB1F-42EA-9977-132AA899C7B5}" destId="{F52224D6-E298-4950-B506-CEE80A9D1F79}" srcOrd="3" destOrd="0" presId="urn:microsoft.com/office/officeart/2018/5/layout/IconCircleLabelList"/>
    <dgm:cxn modelId="{56F2800B-E5C7-C548-9103-07721FA43267}" type="presParOf" srcId="{807A097B-BB1F-42EA-9977-132AA899C7B5}" destId="{D2D86FC6-0910-4477-A22C-24BFD1DA2E7A}" srcOrd="4" destOrd="0" presId="urn:microsoft.com/office/officeart/2018/5/layout/IconCircleLabelList"/>
    <dgm:cxn modelId="{815989A4-1364-6C4C-9270-D12546D5871A}" type="presParOf" srcId="{D2D86FC6-0910-4477-A22C-24BFD1DA2E7A}" destId="{3FC3512D-F910-40AB-B672-64E36CADE14D}" srcOrd="0" destOrd="0" presId="urn:microsoft.com/office/officeart/2018/5/layout/IconCircleLabelList"/>
    <dgm:cxn modelId="{78A63A8E-9CC1-9A4B-A742-5C37330B53F0}" type="presParOf" srcId="{D2D86FC6-0910-4477-A22C-24BFD1DA2E7A}" destId="{6F5435AF-5B04-4949-B2EB-BC3458A11C0B}" srcOrd="1" destOrd="0" presId="urn:microsoft.com/office/officeart/2018/5/layout/IconCircleLabelList"/>
    <dgm:cxn modelId="{62E94711-8BC9-B94B-AFAD-905C0AF36AF5}" type="presParOf" srcId="{D2D86FC6-0910-4477-A22C-24BFD1DA2E7A}" destId="{8DB17443-B75F-40B9-AB43-A54B69BB6603}" srcOrd="2" destOrd="0" presId="urn:microsoft.com/office/officeart/2018/5/layout/IconCircleLabelList"/>
    <dgm:cxn modelId="{DD2FD3F6-4592-1642-8354-BDF3E6A823C6}" type="presParOf" srcId="{D2D86FC6-0910-4477-A22C-24BFD1DA2E7A}" destId="{3EDB1A21-2920-42C7-BAC5-456D73CEA355}" srcOrd="3" destOrd="0" presId="urn:microsoft.com/office/officeart/2018/5/layout/IconCircleLabelList"/>
    <dgm:cxn modelId="{AE8AFC5C-5FC8-F74B-B8C5-1510548273E7}" type="presParOf" srcId="{807A097B-BB1F-42EA-9977-132AA899C7B5}" destId="{E49387DA-C726-4EC5-A8D5-2BD3942D725A}" srcOrd="5" destOrd="0" presId="urn:microsoft.com/office/officeart/2018/5/layout/IconCircleLabelList"/>
    <dgm:cxn modelId="{FF1C8538-2F27-4345-ACA3-FF843D457043}" type="presParOf" srcId="{807A097B-BB1F-42EA-9977-132AA899C7B5}" destId="{5E2522A5-325A-4775-974C-BE1FFB3C0CED}" srcOrd="6" destOrd="0" presId="urn:microsoft.com/office/officeart/2018/5/layout/IconCircleLabelList"/>
    <dgm:cxn modelId="{A2EAF897-00F8-8E4B-BFE4-06806E6BEFBF}" type="presParOf" srcId="{5E2522A5-325A-4775-974C-BE1FFB3C0CED}" destId="{543A94E3-1CCF-482D-AF35-3A8BA117BD8E}" srcOrd="0" destOrd="0" presId="urn:microsoft.com/office/officeart/2018/5/layout/IconCircleLabelList"/>
    <dgm:cxn modelId="{D9DEF25E-82CC-B344-B947-125A3A965D8D}" type="presParOf" srcId="{5E2522A5-325A-4775-974C-BE1FFB3C0CED}" destId="{62F4A33C-7D9E-4C48-ADAB-BBBAD5DAE576}" srcOrd="1" destOrd="0" presId="urn:microsoft.com/office/officeart/2018/5/layout/IconCircleLabelList"/>
    <dgm:cxn modelId="{5C62491F-1B3D-FD40-9120-DCAC4E0ED6BA}" type="presParOf" srcId="{5E2522A5-325A-4775-974C-BE1FFB3C0CED}" destId="{CFCCCA4C-2BA3-4240-9C49-F54C2EF25231}" srcOrd="2" destOrd="0" presId="urn:microsoft.com/office/officeart/2018/5/layout/IconCircleLabelList"/>
    <dgm:cxn modelId="{A7EE2B5C-416C-5D4C-930E-0A6D8E4A30D6}" type="presParOf" srcId="{5E2522A5-325A-4775-974C-BE1FFB3C0CED}" destId="{146C68A0-4AB2-4422-8FB9-4B5B333DDDE4}" srcOrd="3" destOrd="0" presId="urn:microsoft.com/office/officeart/2018/5/layout/IconCircleLabelList"/>
    <dgm:cxn modelId="{D604B9C9-B39D-6A4C-BFB0-B9D52ECBF18D}" type="presParOf" srcId="{807A097B-BB1F-42EA-9977-132AA899C7B5}" destId="{877DE787-2150-4970-99F2-CEB58A813AE0}" srcOrd="7" destOrd="0" presId="urn:microsoft.com/office/officeart/2018/5/layout/IconCircleLabelList"/>
    <dgm:cxn modelId="{FCD7E0A9-DB25-0A45-9091-236FD9D0F0FB}" type="presParOf" srcId="{807A097B-BB1F-42EA-9977-132AA899C7B5}" destId="{B16C9F46-83ED-41BC-A96E-1C8EE66E65CE}" srcOrd="8" destOrd="0" presId="urn:microsoft.com/office/officeart/2018/5/layout/IconCircleLabelList"/>
    <dgm:cxn modelId="{6FA4A77B-4EA9-4649-89AC-4FC264CDEA2B}" type="presParOf" srcId="{B16C9F46-83ED-41BC-A96E-1C8EE66E65CE}" destId="{7BEDF895-61E6-460F-894E-AC599B592478}" srcOrd="0" destOrd="0" presId="urn:microsoft.com/office/officeart/2018/5/layout/IconCircleLabelList"/>
    <dgm:cxn modelId="{F4E27194-5FF3-FA4C-9EC0-01B348BFF539}" type="presParOf" srcId="{B16C9F46-83ED-41BC-A96E-1C8EE66E65CE}" destId="{6DFD10D2-0DA7-4434-A9B2-30CD8EA24838}" srcOrd="1" destOrd="0" presId="urn:microsoft.com/office/officeart/2018/5/layout/IconCircleLabelList"/>
    <dgm:cxn modelId="{6293E2E1-3157-E04F-8D44-EEB8D443B93C}" type="presParOf" srcId="{B16C9F46-83ED-41BC-A96E-1C8EE66E65CE}" destId="{33D892D7-E70D-4A3F-9D11-624955A6341E}" srcOrd="2" destOrd="0" presId="urn:microsoft.com/office/officeart/2018/5/layout/IconCircleLabelList"/>
    <dgm:cxn modelId="{714CC6D8-D577-3446-B846-BBDA1C371EB6}" type="presParOf" srcId="{B16C9F46-83ED-41BC-A96E-1C8EE66E65CE}" destId="{5515968A-C90D-44CF-B7A1-586827F74BBF}" srcOrd="3" destOrd="0" presId="urn:microsoft.com/office/officeart/2018/5/layout/IconCircleLabelList"/>
    <dgm:cxn modelId="{FE1CFE95-7125-4841-BAEE-C9C16B8359A7}" type="presParOf" srcId="{807A097B-BB1F-42EA-9977-132AA899C7B5}" destId="{1ADFC954-1FB9-4E62-BB0A-7F6AD4CB527B}" srcOrd="9" destOrd="0" presId="urn:microsoft.com/office/officeart/2018/5/layout/IconCircleLabelList"/>
    <dgm:cxn modelId="{749B4DF9-F4FB-764B-ADF1-348D310783F3}" type="presParOf" srcId="{807A097B-BB1F-42EA-9977-132AA899C7B5}" destId="{0A8A428B-AD91-4AFD-964B-C6793E3DFD11}" srcOrd="10" destOrd="0" presId="urn:microsoft.com/office/officeart/2018/5/layout/IconCircleLabelList"/>
    <dgm:cxn modelId="{B51B537C-DE66-CD4E-B2A4-6C40832BD5FA}" type="presParOf" srcId="{0A8A428B-AD91-4AFD-964B-C6793E3DFD11}" destId="{2252C1CA-685A-45B2-8E39-BEAE38427D59}" srcOrd="0" destOrd="0" presId="urn:microsoft.com/office/officeart/2018/5/layout/IconCircleLabelList"/>
    <dgm:cxn modelId="{ED71E321-68D9-944B-B5BF-F53F5260221D}" type="presParOf" srcId="{0A8A428B-AD91-4AFD-964B-C6793E3DFD11}" destId="{718F66ED-36FC-4689-9A34-5ACDEDE56500}" srcOrd="1" destOrd="0" presId="urn:microsoft.com/office/officeart/2018/5/layout/IconCircleLabelList"/>
    <dgm:cxn modelId="{393058BC-470A-A94C-86E2-0C88D526ECF8}" type="presParOf" srcId="{0A8A428B-AD91-4AFD-964B-C6793E3DFD11}" destId="{5054FBD7-DDCD-494C-AD59-98FA05C6AFDE}" srcOrd="2" destOrd="0" presId="urn:microsoft.com/office/officeart/2018/5/layout/IconCircleLabelList"/>
    <dgm:cxn modelId="{50E4598B-9847-B543-B8BE-DF8BE2B91243}" type="presParOf" srcId="{0A8A428B-AD91-4AFD-964B-C6793E3DFD11}" destId="{D75F493C-8EA6-4A5E-9059-6834E97064A2}"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A0CF57-5C92-BF43-A0D1-D39CC2BB65C0}" type="doc">
      <dgm:prSet loTypeId="urn:microsoft.com/office/officeart/2005/8/layout/vList2" loCatId="list" qsTypeId="urn:microsoft.com/office/officeart/2005/8/quickstyle/simple1" qsCatId="simple" csTypeId="urn:microsoft.com/office/officeart/2005/8/colors/accent3_5" csCatId="accent3" phldr="1"/>
      <dgm:spPr/>
      <dgm:t>
        <a:bodyPr/>
        <a:lstStyle/>
        <a:p>
          <a:endParaRPr lang="en-GB"/>
        </a:p>
      </dgm:t>
    </dgm:pt>
    <dgm:pt modelId="{1FD0D489-31B8-EB49-BEDC-AE918DC9F846}">
      <dgm:prSet/>
      <dgm:spPr/>
      <dgm:t>
        <a:bodyPr/>
        <a:lstStyle/>
        <a:p>
          <a:pPr algn="ctr"/>
          <a:r>
            <a:rPr lang="en-IT" b="1" dirty="0"/>
            <a:t>Perfect for</a:t>
          </a:r>
          <a:endParaRPr lang="en-IT" dirty="0"/>
        </a:p>
      </dgm:t>
    </dgm:pt>
    <dgm:pt modelId="{42341669-012C-4F42-8092-DC3C21EDE30D}" type="parTrans" cxnId="{DA2571B3-1AFB-5F43-BC7C-3E2BB380C05B}">
      <dgm:prSet/>
      <dgm:spPr/>
      <dgm:t>
        <a:bodyPr/>
        <a:lstStyle/>
        <a:p>
          <a:endParaRPr lang="en-GB"/>
        </a:p>
      </dgm:t>
    </dgm:pt>
    <dgm:pt modelId="{0390F683-A615-AB46-BF3D-62B77CB441C3}" type="sibTrans" cxnId="{DA2571B3-1AFB-5F43-BC7C-3E2BB380C05B}">
      <dgm:prSet/>
      <dgm:spPr/>
      <dgm:t>
        <a:bodyPr/>
        <a:lstStyle/>
        <a:p>
          <a:endParaRPr lang="en-GB"/>
        </a:p>
      </dgm:t>
    </dgm:pt>
    <dgm:pt modelId="{ECEAC9C7-2AA7-7549-B01E-AF820153DB48}">
      <dgm:prSet/>
      <dgm:spPr/>
      <dgm:t>
        <a:bodyPr/>
        <a:lstStyle/>
        <a:p>
          <a:r>
            <a:rPr lang="en-GB" dirty="0"/>
            <a:t>L</a:t>
          </a:r>
          <a:r>
            <a:rPr lang="en-IT" dirty="0"/>
            <a:t>ow resources NLP  tasks</a:t>
          </a:r>
        </a:p>
      </dgm:t>
    </dgm:pt>
    <dgm:pt modelId="{BF6B9374-A253-1A45-87DA-37CCCE7B08B0}" type="parTrans" cxnId="{631225D9-5114-444E-8A55-60310121F7F0}">
      <dgm:prSet/>
      <dgm:spPr/>
      <dgm:t>
        <a:bodyPr/>
        <a:lstStyle/>
        <a:p>
          <a:endParaRPr lang="en-GB"/>
        </a:p>
      </dgm:t>
    </dgm:pt>
    <dgm:pt modelId="{F9E2AE1B-5044-C549-87BC-DCFADE4DF949}" type="sibTrans" cxnId="{631225D9-5114-444E-8A55-60310121F7F0}">
      <dgm:prSet/>
      <dgm:spPr/>
      <dgm:t>
        <a:bodyPr/>
        <a:lstStyle/>
        <a:p>
          <a:endParaRPr lang="en-GB"/>
        </a:p>
      </dgm:t>
    </dgm:pt>
    <dgm:pt modelId="{516D6BAA-C39A-5043-ACFA-0E86688AEE7E}">
      <dgm:prSet/>
      <dgm:spPr/>
      <dgm:t>
        <a:bodyPr/>
        <a:lstStyle/>
        <a:p>
          <a:r>
            <a:rPr lang="en-GB" dirty="0"/>
            <a:t>S</a:t>
          </a:r>
          <a:r>
            <a:rPr lang="en-IT" dirty="0"/>
            <a:t>tartups</a:t>
          </a:r>
        </a:p>
      </dgm:t>
    </dgm:pt>
    <dgm:pt modelId="{4A7E2067-5718-A04B-98FF-63E1793B5238}" type="parTrans" cxnId="{FC1977C8-F0CE-EB46-8728-E7AA7ACBAA77}">
      <dgm:prSet/>
      <dgm:spPr/>
      <dgm:t>
        <a:bodyPr/>
        <a:lstStyle/>
        <a:p>
          <a:endParaRPr lang="en-GB"/>
        </a:p>
      </dgm:t>
    </dgm:pt>
    <dgm:pt modelId="{2F792AAD-C35F-BD49-939D-7B7989F2FFE3}" type="sibTrans" cxnId="{FC1977C8-F0CE-EB46-8728-E7AA7ACBAA77}">
      <dgm:prSet/>
      <dgm:spPr/>
      <dgm:t>
        <a:bodyPr/>
        <a:lstStyle/>
        <a:p>
          <a:endParaRPr lang="en-GB"/>
        </a:p>
      </dgm:t>
    </dgm:pt>
    <dgm:pt modelId="{FF0A1357-21E1-3145-9497-248034A9451C}">
      <dgm:prSet/>
      <dgm:spPr/>
      <dgm:t>
        <a:bodyPr/>
        <a:lstStyle/>
        <a:p>
          <a:r>
            <a:rPr lang="en-GB" dirty="0"/>
            <a:t>H</a:t>
          </a:r>
          <a:r>
            <a:rPr lang="en-IT" dirty="0"/>
            <a:t>ospitals or public firms</a:t>
          </a:r>
        </a:p>
      </dgm:t>
    </dgm:pt>
    <dgm:pt modelId="{359669C1-FD40-D84D-8F6D-6EFFC8BBE99A}" type="parTrans" cxnId="{2FE3177B-F14A-1542-997E-DBC4E1CA887F}">
      <dgm:prSet/>
      <dgm:spPr/>
      <dgm:t>
        <a:bodyPr/>
        <a:lstStyle/>
        <a:p>
          <a:endParaRPr lang="en-GB"/>
        </a:p>
      </dgm:t>
    </dgm:pt>
    <dgm:pt modelId="{61F1AF71-D660-1B4F-8AE7-16222CF3F39F}" type="sibTrans" cxnId="{2FE3177B-F14A-1542-997E-DBC4E1CA887F}">
      <dgm:prSet/>
      <dgm:spPr/>
      <dgm:t>
        <a:bodyPr/>
        <a:lstStyle/>
        <a:p>
          <a:endParaRPr lang="en-GB"/>
        </a:p>
      </dgm:t>
    </dgm:pt>
    <dgm:pt modelId="{301AE43E-81D6-C94D-B79A-31B318943BC4}">
      <dgm:prSet/>
      <dgm:spPr/>
      <dgm:t>
        <a:bodyPr/>
        <a:lstStyle/>
        <a:p>
          <a:r>
            <a:rPr lang="en-IT" dirty="0"/>
            <a:t>Universities</a:t>
          </a:r>
        </a:p>
      </dgm:t>
    </dgm:pt>
    <dgm:pt modelId="{16E6D55F-00F5-6547-8FB2-F6C3D3FFF399}" type="parTrans" cxnId="{181794AC-FD04-E049-BE10-92F43382283F}">
      <dgm:prSet/>
      <dgm:spPr/>
      <dgm:t>
        <a:bodyPr/>
        <a:lstStyle/>
        <a:p>
          <a:endParaRPr lang="en-GB"/>
        </a:p>
      </dgm:t>
    </dgm:pt>
    <dgm:pt modelId="{B0906F4E-3ADE-B744-B5CB-C4910DB12EB8}" type="sibTrans" cxnId="{181794AC-FD04-E049-BE10-92F43382283F}">
      <dgm:prSet/>
      <dgm:spPr/>
      <dgm:t>
        <a:bodyPr/>
        <a:lstStyle/>
        <a:p>
          <a:endParaRPr lang="en-GB"/>
        </a:p>
      </dgm:t>
    </dgm:pt>
    <dgm:pt modelId="{89064EC5-6896-8145-A6AF-401388061EE8}">
      <dgm:prSet/>
      <dgm:spPr/>
      <dgm:t>
        <a:bodyPr/>
        <a:lstStyle/>
        <a:p>
          <a:r>
            <a:rPr lang="en-GB" i="0" dirty="0"/>
            <a:t>Translations to uncommon Languages</a:t>
          </a:r>
          <a:endParaRPr lang="en-IT" dirty="0"/>
        </a:p>
      </dgm:t>
    </dgm:pt>
    <dgm:pt modelId="{30002A9A-3419-264A-A09A-97B9E496E40E}" type="parTrans" cxnId="{ADA4F72B-2370-2641-9F0A-CCB931EE4AE0}">
      <dgm:prSet/>
      <dgm:spPr/>
      <dgm:t>
        <a:bodyPr/>
        <a:lstStyle/>
        <a:p>
          <a:endParaRPr lang="en-GB"/>
        </a:p>
      </dgm:t>
    </dgm:pt>
    <dgm:pt modelId="{929DEA97-D847-9A49-8A14-0EF7858603EA}" type="sibTrans" cxnId="{ADA4F72B-2370-2641-9F0A-CCB931EE4AE0}">
      <dgm:prSet/>
      <dgm:spPr/>
      <dgm:t>
        <a:bodyPr/>
        <a:lstStyle/>
        <a:p>
          <a:endParaRPr lang="en-GB"/>
        </a:p>
      </dgm:t>
    </dgm:pt>
    <dgm:pt modelId="{80566177-2E7F-3B42-8A82-7EA2F5B68E01}" type="pres">
      <dgm:prSet presAssocID="{39A0CF57-5C92-BF43-A0D1-D39CC2BB65C0}" presName="linear" presStyleCnt="0">
        <dgm:presLayoutVars>
          <dgm:animLvl val="lvl"/>
          <dgm:resizeHandles val="exact"/>
        </dgm:presLayoutVars>
      </dgm:prSet>
      <dgm:spPr/>
    </dgm:pt>
    <dgm:pt modelId="{F69369E3-5341-CF41-9533-0E2A0FB67F80}" type="pres">
      <dgm:prSet presAssocID="{1FD0D489-31B8-EB49-BEDC-AE918DC9F846}" presName="parentText" presStyleLbl="node1" presStyleIdx="0" presStyleCnt="1" custLinFactNeighborX="-690" custLinFactNeighborY="-334">
        <dgm:presLayoutVars>
          <dgm:chMax val="0"/>
          <dgm:bulletEnabled val="1"/>
        </dgm:presLayoutVars>
      </dgm:prSet>
      <dgm:spPr/>
    </dgm:pt>
    <dgm:pt modelId="{D94A900A-419F-4348-80D1-F7FC5B133865}" type="pres">
      <dgm:prSet presAssocID="{1FD0D489-31B8-EB49-BEDC-AE918DC9F846}" presName="childText" presStyleLbl="revTx" presStyleIdx="0" presStyleCnt="1">
        <dgm:presLayoutVars>
          <dgm:bulletEnabled val="1"/>
        </dgm:presLayoutVars>
      </dgm:prSet>
      <dgm:spPr/>
    </dgm:pt>
  </dgm:ptLst>
  <dgm:cxnLst>
    <dgm:cxn modelId="{ADA4F72B-2370-2641-9F0A-CCB931EE4AE0}" srcId="{1FD0D489-31B8-EB49-BEDC-AE918DC9F846}" destId="{89064EC5-6896-8145-A6AF-401388061EE8}" srcOrd="4" destOrd="0" parTransId="{30002A9A-3419-264A-A09A-97B9E496E40E}" sibTransId="{929DEA97-D847-9A49-8A14-0EF7858603EA}"/>
    <dgm:cxn modelId="{FF9AE746-D758-0040-863A-536D4C1318E6}" type="presOf" srcId="{39A0CF57-5C92-BF43-A0D1-D39CC2BB65C0}" destId="{80566177-2E7F-3B42-8A82-7EA2F5B68E01}" srcOrd="0" destOrd="0" presId="urn:microsoft.com/office/officeart/2005/8/layout/vList2"/>
    <dgm:cxn modelId="{EE6D1762-330A-7340-90B4-118F52713A99}" type="presOf" srcId="{301AE43E-81D6-C94D-B79A-31B318943BC4}" destId="{D94A900A-419F-4348-80D1-F7FC5B133865}" srcOrd="0" destOrd="3" presId="urn:microsoft.com/office/officeart/2005/8/layout/vList2"/>
    <dgm:cxn modelId="{4C01D864-0A08-B94D-8108-91A44C3F5C63}" type="presOf" srcId="{ECEAC9C7-2AA7-7549-B01E-AF820153DB48}" destId="{D94A900A-419F-4348-80D1-F7FC5B133865}" srcOrd="0" destOrd="0" presId="urn:microsoft.com/office/officeart/2005/8/layout/vList2"/>
    <dgm:cxn modelId="{90D6396B-85F5-EF46-84CA-3CF392871FE6}" type="presOf" srcId="{516D6BAA-C39A-5043-ACFA-0E86688AEE7E}" destId="{D94A900A-419F-4348-80D1-F7FC5B133865}" srcOrd="0" destOrd="1" presId="urn:microsoft.com/office/officeart/2005/8/layout/vList2"/>
    <dgm:cxn modelId="{A5598676-D53B-3C40-B708-96CC13BDFEF3}" type="presOf" srcId="{89064EC5-6896-8145-A6AF-401388061EE8}" destId="{D94A900A-419F-4348-80D1-F7FC5B133865}" srcOrd="0" destOrd="4" presId="urn:microsoft.com/office/officeart/2005/8/layout/vList2"/>
    <dgm:cxn modelId="{2FE3177B-F14A-1542-997E-DBC4E1CA887F}" srcId="{1FD0D489-31B8-EB49-BEDC-AE918DC9F846}" destId="{FF0A1357-21E1-3145-9497-248034A9451C}" srcOrd="2" destOrd="0" parTransId="{359669C1-FD40-D84D-8F6D-6EFFC8BBE99A}" sibTransId="{61F1AF71-D660-1B4F-8AE7-16222CF3F39F}"/>
    <dgm:cxn modelId="{7E4B5D81-CFD3-D042-8CCA-010544E4484E}" type="presOf" srcId="{1FD0D489-31B8-EB49-BEDC-AE918DC9F846}" destId="{F69369E3-5341-CF41-9533-0E2A0FB67F80}" srcOrd="0" destOrd="0" presId="urn:microsoft.com/office/officeart/2005/8/layout/vList2"/>
    <dgm:cxn modelId="{181794AC-FD04-E049-BE10-92F43382283F}" srcId="{1FD0D489-31B8-EB49-BEDC-AE918DC9F846}" destId="{301AE43E-81D6-C94D-B79A-31B318943BC4}" srcOrd="3" destOrd="0" parTransId="{16E6D55F-00F5-6547-8FB2-F6C3D3FFF399}" sibTransId="{B0906F4E-3ADE-B744-B5CB-C4910DB12EB8}"/>
    <dgm:cxn modelId="{DA2571B3-1AFB-5F43-BC7C-3E2BB380C05B}" srcId="{39A0CF57-5C92-BF43-A0D1-D39CC2BB65C0}" destId="{1FD0D489-31B8-EB49-BEDC-AE918DC9F846}" srcOrd="0" destOrd="0" parTransId="{42341669-012C-4F42-8092-DC3C21EDE30D}" sibTransId="{0390F683-A615-AB46-BF3D-62B77CB441C3}"/>
    <dgm:cxn modelId="{FC1977C8-F0CE-EB46-8728-E7AA7ACBAA77}" srcId="{1FD0D489-31B8-EB49-BEDC-AE918DC9F846}" destId="{516D6BAA-C39A-5043-ACFA-0E86688AEE7E}" srcOrd="1" destOrd="0" parTransId="{4A7E2067-5718-A04B-98FF-63E1793B5238}" sibTransId="{2F792AAD-C35F-BD49-939D-7B7989F2FFE3}"/>
    <dgm:cxn modelId="{982A05D5-2CCD-0C43-8CA9-8F235F33ADF9}" type="presOf" srcId="{FF0A1357-21E1-3145-9497-248034A9451C}" destId="{D94A900A-419F-4348-80D1-F7FC5B133865}" srcOrd="0" destOrd="2" presId="urn:microsoft.com/office/officeart/2005/8/layout/vList2"/>
    <dgm:cxn modelId="{631225D9-5114-444E-8A55-60310121F7F0}" srcId="{1FD0D489-31B8-EB49-BEDC-AE918DC9F846}" destId="{ECEAC9C7-2AA7-7549-B01E-AF820153DB48}" srcOrd="0" destOrd="0" parTransId="{BF6B9374-A253-1A45-87DA-37CCCE7B08B0}" sibTransId="{F9E2AE1B-5044-C549-87BC-DCFADE4DF949}"/>
    <dgm:cxn modelId="{20CCC304-8B0D-EE4A-917A-9C7C9081EE20}" type="presParOf" srcId="{80566177-2E7F-3B42-8A82-7EA2F5B68E01}" destId="{F69369E3-5341-CF41-9533-0E2A0FB67F80}" srcOrd="0" destOrd="0" presId="urn:microsoft.com/office/officeart/2005/8/layout/vList2"/>
    <dgm:cxn modelId="{2347EAE7-EC72-934A-8DEB-14153844C202}" type="presParOf" srcId="{80566177-2E7F-3B42-8A82-7EA2F5B68E01}" destId="{D94A900A-419F-4348-80D1-F7FC5B133865}" srcOrd="1"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4CA021-50E9-4E87-B0B5-FB84B96CF759}">
      <dsp:nvSpPr>
        <dsp:cNvPr id="0" name=""/>
        <dsp:cNvSpPr/>
      </dsp:nvSpPr>
      <dsp:spPr>
        <a:xfrm>
          <a:off x="0" y="3275"/>
          <a:ext cx="5257800" cy="69766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B4980F7-39B5-472B-9D02-97AE2EA6F047}">
      <dsp:nvSpPr>
        <dsp:cNvPr id="0" name=""/>
        <dsp:cNvSpPr/>
      </dsp:nvSpPr>
      <dsp:spPr>
        <a:xfrm>
          <a:off x="211042" y="160249"/>
          <a:ext cx="383713" cy="38371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C3C391F4-903A-4FE9-B2DD-5613D5CB5AAE}">
      <dsp:nvSpPr>
        <dsp:cNvPr id="0" name=""/>
        <dsp:cNvSpPr/>
      </dsp:nvSpPr>
      <dsp:spPr>
        <a:xfrm>
          <a:off x="805799" y="3275"/>
          <a:ext cx="4452000" cy="697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6" tIns="73836" rIns="73836" bIns="73836" numCol="1" spcCol="1270" anchor="ctr" anchorCtr="0">
          <a:noAutofit/>
        </a:bodyPr>
        <a:lstStyle/>
        <a:p>
          <a:pPr marL="0" lvl="0" indent="0" algn="l" defTabSz="844550">
            <a:lnSpc>
              <a:spcPct val="100000"/>
            </a:lnSpc>
            <a:spcBef>
              <a:spcPct val="0"/>
            </a:spcBef>
            <a:spcAft>
              <a:spcPct val="35000"/>
            </a:spcAft>
            <a:buNone/>
          </a:pPr>
          <a:r>
            <a:rPr lang="en-GB" sz="1900" b="0" kern="1200" dirty="0">
              <a:solidFill>
                <a:schemeClr val="tx1"/>
              </a:solidFill>
            </a:rPr>
            <a:t>E</a:t>
          </a:r>
          <a:r>
            <a:rPr lang="en-US" sz="1900" b="0" kern="1200" dirty="0" err="1">
              <a:solidFill>
                <a:schemeClr val="tx1"/>
              </a:solidFill>
            </a:rPr>
            <a:t>xponential</a:t>
          </a:r>
          <a:r>
            <a:rPr lang="en-US" sz="1900" b="0" kern="1200" dirty="0">
              <a:solidFill>
                <a:schemeClr val="tx1"/>
              </a:solidFill>
            </a:rPr>
            <a:t> growth in model parameters</a:t>
          </a:r>
        </a:p>
      </dsp:txBody>
      <dsp:txXfrm>
        <a:off x="805799" y="3275"/>
        <a:ext cx="4452000" cy="697661"/>
      </dsp:txXfrm>
    </dsp:sp>
    <dsp:sp modelId="{CA51F941-3801-4487-9A48-50E1EB951738}">
      <dsp:nvSpPr>
        <dsp:cNvPr id="0" name=""/>
        <dsp:cNvSpPr/>
      </dsp:nvSpPr>
      <dsp:spPr>
        <a:xfrm>
          <a:off x="0" y="875352"/>
          <a:ext cx="5257800" cy="69766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4B3433-EE05-4DE0-8BD4-C829B06F5826}">
      <dsp:nvSpPr>
        <dsp:cNvPr id="0" name=""/>
        <dsp:cNvSpPr/>
      </dsp:nvSpPr>
      <dsp:spPr>
        <a:xfrm>
          <a:off x="211042" y="1032326"/>
          <a:ext cx="383713" cy="38371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22C996AA-3671-4CBA-8D45-3727B4C238F7}">
      <dsp:nvSpPr>
        <dsp:cNvPr id="0" name=""/>
        <dsp:cNvSpPr/>
      </dsp:nvSpPr>
      <dsp:spPr>
        <a:xfrm>
          <a:off x="805799" y="875352"/>
          <a:ext cx="4452000" cy="697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6" tIns="73836" rIns="73836" bIns="73836" numCol="1" spcCol="1270" anchor="ctr" anchorCtr="0">
          <a:noAutofit/>
        </a:bodyPr>
        <a:lstStyle/>
        <a:p>
          <a:pPr marL="0" lvl="0" indent="0" algn="l" defTabSz="844550">
            <a:lnSpc>
              <a:spcPct val="100000"/>
            </a:lnSpc>
            <a:spcBef>
              <a:spcPct val="0"/>
            </a:spcBef>
            <a:spcAft>
              <a:spcPct val="35000"/>
            </a:spcAft>
            <a:buNone/>
          </a:pPr>
          <a:r>
            <a:rPr lang="en-GB" sz="1900" kern="1200">
              <a:solidFill>
                <a:schemeClr val="tx1"/>
              </a:solidFill>
            </a:rPr>
            <a:t>T</a:t>
          </a:r>
          <a:r>
            <a:rPr lang="en-US" sz="1900" kern="1200">
              <a:solidFill>
                <a:schemeClr val="tx1"/>
              </a:solidFill>
            </a:rPr>
            <a:t>raining time  and hardware requirements</a:t>
          </a:r>
          <a:endParaRPr lang="en-US" sz="1900" kern="1200" dirty="0">
            <a:solidFill>
              <a:schemeClr val="tx1"/>
            </a:solidFill>
          </a:endParaRPr>
        </a:p>
      </dsp:txBody>
      <dsp:txXfrm>
        <a:off x="805799" y="875352"/>
        <a:ext cx="4452000" cy="697661"/>
      </dsp:txXfrm>
    </dsp:sp>
    <dsp:sp modelId="{4FDB2921-9354-4788-8481-05ECDC4773FE}">
      <dsp:nvSpPr>
        <dsp:cNvPr id="0" name=""/>
        <dsp:cNvSpPr/>
      </dsp:nvSpPr>
      <dsp:spPr>
        <a:xfrm>
          <a:off x="0" y="1747429"/>
          <a:ext cx="5257800" cy="69766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A7820C-B0E5-4518-A703-01807691B97E}">
      <dsp:nvSpPr>
        <dsp:cNvPr id="0" name=""/>
        <dsp:cNvSpPr/>
      </dsp:nvSpPr>
      <dsp:spPr>
        <a:xfrm>
          <a:off x="211042" y="1904403"/>
          <a:ext cx="383713" cy="38371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9F71896B-9FA3-4276-87BE-202ECF098D8E}">
      <dsp:nvSpPr>
        <dsp:cNvPr id="0" name=""/>
        <dsp:cNvSpPr/>
      </dsp:nvSpPr>
      <dsp:spPr>
        <a:xfrm>
          <a:off x="805799" y="1747429"/>
          <a:ext cx="4452000" cy="697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6" tIns="73836" rIns="73836" bIns="73836" numCol="1" spcCol="1270" anchor="ctr" anchorCtr="0">
          <a:noAutofit/>
        </a:bodyPr>
        <a:lstStyle/>
        <a:p>
          <a:pPr marL="0" lvl="0" indent="0" algn="l" defTabSz="844550">
            <a:lnSpc>
              <a:spcPct val="100000"/>
            </a:lnSpc>
            <a:spcBef>
              <a:spcPct val="0"/>
            </a:spcBef>
            <a:spcAft>
              <a:spcPct val="35000"/>
            </a:spcAft>
            <a:buNone/>
          </a:pPr>
          <a:r>
            <a:rPr lang="en-GB" sz="1900" kern="1200">
              <a:solidFill>
                <a:schemeClr val="tx1"/>
              </a:solidFill>
            </a:rPr>
            <a:t>E</a:t>
          </a:r>
          <a:r>
            <a:rPr lang="en-US" sz="1900" kern="1200">
              <a:solidFill>
                <a:schemeClr val="tx1"/>
              </a:solidFill>
            </a:rPr>
            <a:t>nergy consumption and sustainability</a:t>
          </a:r>
          <a:endParaRPr lang="en-US" sz="1900" kern="1200" dirty="0">
            <a:solidFill>
              <a:schemeClr val="tx1"/>
            </a:solidFill>
          </a:endParaRPr>
        </a:p>
      </dsp:txBody>
      <dsp:txXfrm>
        <a:off x="805799" y="1747429"/>
        <a:ext cx="4452000" cy="697661"/>
      </dsp:txXfrm>
    </dsp:sp>
    <dsp:sp modelId="{6EA1A25B-20AD-4EDE-803C-9F6642BA5B37}">
      <dsp:nvSpPr>
        <dsp:cNvPr id="0" name=""/>
        <dsp:cNvSpPr/>
      </dsp:nvSpPr>
      <dsp:spPr>
        <a:xfrm>
          <a:off x="0" y="2619506"/>
          <a:ext cx="5257800" cy="69766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5F57296-2621-451B-ADFF-1B94748C2200}">
      <dsp:nvSpPr>
        <dsp:cNvPr id="0" name=""/>
        <dsp:cNvSpPr/>
      </dsp:nvSpPr>
      <dsp:spPr>
        <a:xfrm>
          <a:off x="211042" y="2776479"/>
          <a:ext cx="383713" cy="38371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0BAB08C2-F834-4A28-8CF2-01542550B464}">
      <dsp:nvSpPr>
        <dsp:cNvPr id="0" name=""/>
        <dsp:cNvSpPr/>
      </dsp:nvSpPr>
      <dsp:spPr>
        <a:xfrm>
          <a:off x="805799" y="2619506"/>
          <a:ext cx="4452000" cy="697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6" tIns="73836" rIns="73836" bIns="73836" numCol="1" spcCol="1270" anchor="ctr" anchorCtr="0">
          <a:noAutofit/>
        </a:bodyPr>
        <a:lstStyle/>
        <a:p>
          <a:pPr marL="0" lvl="0" indent="0" algn="l" defTabSz="844550">
            <a:lnSpc>
              <a:spcPct val="100000"/>
            </a:lnSpc>
            <a:spcBef>
              <a:spcPct val="0"/>
            </a:spcBef>
            <a:spcAft>
              <a:spcPct val="35000"/>
            </a:spcAft>
            <a:buNone/>
          </a:pPr>
          <a:r>
            <a:rPr lang="en-GB" sz="1900" kern="1200">
              <a:solidFill>
                <a:schemeClr val="tx1"/>
              </a:solidFill>
            </a:rPr>
            <a:t>D</a:t>
          </a:r>
          <a:r>
            <a:rPr lang="en-US" sz="1900" kern="1200">
              <a:solidFill>
                <a:schemeClr val="tx1"/>
              </a:solidFill>
            </a:rPr>
            <a:t>ata requirements</a:t>
          </a:r>
          <a:endParaRPr lang="en-US" sz="1900" kern="1200" dirty="0">
            <a:solidFill>
              <a:schemeClr val="tx1"/>
            </a:solidFill>
          </a:endParaRPr>
        </a:p>
      </dsp:txBody>
      <dsp:txXfrm>
        <a:off x="805799" y="2619506"/>
        <a:ext cx="4452000" cy="697661"/>
      </dsp:txXfrm>
    </dsp:sp>
    <dsp:sp modelId="{25FD86F9-46DC-4D46-A6AC-126EE9F0DD79}">
      <dsp:nvSpPr>
        <dsp:cNvPr id="0" name=""/>
        <dsp:cNvSpPr/>
      </dsp:nvSpPr>
      <dsp:spPr>
        <a:xfrm>
          <a:off x="0" y="3491583"/>
          <a:ext cx="5257800" cy="697661"/>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8E3746-51E2-4064-9AB3-E47891B3DCF0}">
      <dsp:nvSpPr>
        <dsp:cNvPr id="0" name=""/>
        <dsp:cNvSpPr/>
      </dsp:nvSpPr>
      <dsp:spPr>
        <a:xfrm>
          <a:off x="211042" y="3648556"/>
          <a:ext cx="383713" cy="38371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A6787B30-0368-49F6-81A4-FCF2EB2917CD}">
      <dsp:nvSpPr>
        <dsp:cNvPr id="0" name=""/>
        <dsp:cNvSpPr/>
      </dsp:nvSpPr>
      <dsp:spPr>
        <a:xfrm>
          <a:off x="805799" y="3491583"/>
          <a:ext cx="4452000" cy="69766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836" tIns="73836" rIns="73836" bIns="73836" numCol="1" spcCol="1270" anchor="ctr" anchorCtr="0">
          <a:noAutofit/>
        </a:bodyPr>
        <a:lstStyle/>
        <a:p>
          <a:pPr marL="0" lvl="0" indent="0" algn="l" defTabSz="844550">
            <a:lnSpc>
              <a:spcPct val="100000"/>
            </a:lnSpc>
            <a:spcBef>
              <a:spcPct val="0"/>
            </a:spcBef>
            <a:spcAft>
              <a:spcPct val="35000"/>
            </a:spcAft>
            <a:buNone/>
          </a:pPr>
          <a:r>
            <a:rPr lang="en-GB" sz="1900" kern="1200" dirty="0">
              <a:solidFill>
                <a:schemeClr val="tx1"/>
              </a:solidFill>
            </a:rPr>
            <a:t>E</a:t>
          </a:r>
          <a:r>
            <a:rPr lang="en-US" sz="1900" kern="1200" dirty="0" err="1">
              <a:solidFill>
                <a:schemeClr val="tx1"/>
              </a:solidFill>
            </a:rPr>
            <a:t>xtremely</a:t>
          </a:r>
          <a:r>
            <a:rPr lang="en-US" sz="1900" kern="1200" dirty="0">
              <a:solidFill>
                <a:schemeClr val="tx1"/>
              </a:solidFill>
            </a:rPr>
            <a:t> high costs and entrance barriers</a:t>
          </a:r>
        </a:p>
      </dsp:txBody>
      <dsp:txXfrm>
        <a:off x="805799" y="3491583"/>
        <a:ext cx="4452000" cy="6976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1B210-E501-4E8E-9D40-A12AF06583BE}">
      <dsp:nvSpPr>
        <dsp:cNvPr id="0" name=""/>
        <dsp:cNvSpPr/>
      </dsp:nvSpPr>
      <dsp:spPr>
        <a:xfrm>
          <a:off x="646746" y="80"/>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68F707-DCB8-437F-8A95-9B5700924C8C}">
      <dsp:nvSpPr>
        <dsp:cNvPr id="0" name=""/>
        <dsp:cNvSpPr/>
      </dsp:nvSpPr>
      <dsp:spPr>
        <a:xfrm>
          <a:off x="863379" y="216712"/>
          <a:ext cx="583242" cy="5832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CA47DA9-0625-41E3-A07D-922A8FA56978}">
      <dsp:nvSpPr>
        <dsp:cNvPr id="0" name=""/>
        <dsp:cNvSpPr/>
      </dsp:nvSpPr>
      <dsp:spPr>
        <a:xfrm>
          <a:off x="321797" y="1333205"/>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Reduced Computational Complexity and resources needed</a:t>
          </a:r>
          <a:endParaRPr lang="en-US" sz="1400" b="0" kern="1200" dirty="0"/>
        </a:p>
      </dsp:txBody>
      <dsp:txXfrm>
        <a:off x="321797" y="1333205"/>
        <a:ext cx="1666406" cy="812373"/>
      </dsp:txXfrm>
    </dsp:sp>
    <dsp:sp modelId="{E58FBD69-F1DE-4139-8620-0C4D7DB3FD89}">
      <dsp:nvSpPr>
        <dsp:cNvPr id="0" name=""/>
        <dsp:cNvSpPr/>
      </dsp:nvSpPr>
      <dsp:spPr>
        <a:xfrm>
          <a:off x="2604774" y="80"/>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2F6DD0-CAFC-424E-AC48-2B633E6D5D26}">
      <dsp:nvSpPr>
        <dsp:cNvPr id="0" name=""/>
        <dsp:cNvSpPr/>
      </dsp:nvSpPr>
      <dsp:spPr>
        <a:xfrm>
          <a:off x="2821406" y="216712"/>
          <a:ext cx="583242" cy="5832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FE1025E-CBE9-4127-9EB3-59912AC6AD07}">
      <dsp:nvSpPr>
        <dsp:cNvPr id="0" name=""/>
        <dsp:cNvSpPr/>
      </dsp:nvSpPr>
      <dsp:spPr>
        <a:xfrm>
          <a:off x="2279824" y="1333205"/>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Lower Costs  and Energy Consumption</a:t>
          </a:r>
          <a:endParaRPr lang="en-US" sz="1400" b="0" kern="1200" dirty="0"/>
        </a:p>
      </dsp:txBody>
      <dsp:txXfrm>
        <a:off x="2279824" y="1333205"/>
        <a:ext cx="1666406" cy="812373"/>
      </dsp:txXfrm>
    </dsp:sp>
    <dsp:sp modelId="{3FC3512D-F910-40AB-B672-64E36CADE14D}">
      <dsp:nvSpPr>
        <dsp:cNvPr id="0" name=""/>
        <dsp:cNvSpPr/>
      </dsp:nvSpPr>
      <dsp:spPr>
        <a:xfrm>
          <a:off x="4562801" y="80"/>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5435AF-5B04-4949-B2EB-BC3458A11C0B}">
      <dsp:nvSpPr>
        <dsp:cNvPr id="0" name=""/>
        <dsp:cNvSpPr/>
      </dsp:nvSpPr>
      <dsp:spPr>
        <a:xfrm>
          <a:off x="4779434" y="216712"/>
          <a:ext cx="583242" cy="5832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EDB1A21-2920-42C7-BAC5-456D73CEA355}">
      <dsp:nvSpPr>
        <dsp:cNvPr id="0" name=""/>
        <dsp:cNvSpPr/>
      </dsp:nvSpPr>
      <dsp:spPr>
        <a:xfrm>
          <a:off x="4237852" y="1333205"/>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Sustainable</a:t>
          </a:r>
          <a:endParaRPr lang="en-US" sz="1400" b="0" kern="1200" dirty="0"/>
        </a:p>
      </dsp:txBody>
      <dsp:txXfrm>
        <a:off x="4237852" y="1333205"/>
        <a:ext cx="1666406" cy="812373"/>
      </dsp:txXfrm>
    </dsp:sp>
    <dsp:sp modelId="{543A94E3-1CCF-482D-AF35-3A8BA117BD8E}">
      <dsp:nvSpPr>
        <dsp:cNvPr id="0" name=""/>
        <dsp:cNvSpPr/>
      </dsp:nvSpPr>
      <dsp:spPr>
        <a:xfrm>
          <a:off x="646746" y="2562179"/>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4A33C-7D9E-4C48-ADAB-BBBAD5DAE576}">
      <dsp:nvSpPr>
        <dsp:cNvPr id="0" name=""/>
        <dsp:cNvSpPr/>
      </dsp:nvSpPr>
      <dsp:spPr>
        <a:xfrm>
          <a:off x="863379" y="2778812"/>
          <a:ext cx="583242" cy="58324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46C68A0-4AB2-4422-8FB9-4B5B333DDDE4}">
      <dsp:nvSpPr>
        <dsp:cNvPr id="0" name=""/>
        <dsp:cNvSpPr/>
      </dsp:nvSpPr>
      <dsp:spPr>
        <a:xfrm>
          <a:off x="321797" y="3895304"/>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High performances</a:t>
          </a:r>
          <a:endParaRPr lang="en-US" sz="1400" b="0" kern="1200" dirty="0"/>
        </a:p>
      </dsp:txBody>
      <dsp:txXfrm>
        <a:off x="321797" y="3895304"/>
        <a:ext cx="1666406" cy="812373"/>
      </dsp:txXfrm>
    </dsp:sp>
    <dsp:sp modelId="{7BEDF895-61E6-460F-894E-AC599B592478}">
      <dsp:nvSpPr>
        <dsp:cNvPr id="0" name=""/>
        <dsp:cNvSpPr/>
      </dsp:nvSpPr>
      <dsp:spPr>
        <a:xfrm>
          <a:off x="2604774" y="2562179"/>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DFD10D2-0DA7-4434-A9B2-30CD8EA24838}">
      <dsp:nvSpPr>
        <dsp:cNvPr id="0" name=""/>
        <dsp:cNvSpPr/>
      </dsp:nvSpPr>
      <dsp:spPr>
        <a:xfrm>
          <a:off x="2821406" y="2778812"/>
          <a:ext cx="583242" cy="58324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515968A-C90D-44CF-B7A1-586827F74BBF}">
      <dsp:nvSpPr>
        <dsp:cNvPr id="0" name=""/>
        <dsp:cNvSpPr/>
      </dsp:nvSpPr>
      <dsp:spPr>
        <a:xfrm>
          <a:off x="2279824" y="3895304"/>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Flexible</a:t>
          </a:r>
          <a:endParaRPr lang="en-US" sz="1400" b="0" kern="1200" dirty="0"/>
        </a:p>
      </dsp:txBody>
      <dsp:txXfrm>
        <a:off x="2279824" y="3895304"/>
        <a:ext cx="1666406" cy="812373"/>
      </dsp:txXfrm>
    </dsp:sp>
    <dsp:sp modelId="{2252C1CA-685A-45B2-8E39-BEAE38427D59}">
      <dsp:nvSpPr>
        <dsp:cNvPr id="0" name=""/>
        <dsp:cNvSpPr/>
      </dsp:nvSpPr>
      <dsp:spPr>
        <a:xfrm>
          <a:off x="4562801" y="2562179"/>
          <a:ext cx="1016507" cy="1016507"/>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8F66ED-36FC-4689-9A34-5ACDEDE56500}">
      <dsp:nvSpPr>
        <dsp:cNvPr id="0" name=""/>
        <dsp:cNvSpPr/>
      </dsp:nvSpPr>
      <dsp:spPr>
        <a:xfrm>
          <a:off x="4779434" y="2778812"/>
          <a:ext cx="583242" cy="583242"/>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75F493C-8EA6-4A5E-9059-6834E97064A2}">
      <dsp:nvSpPr>
        <dsp:cNvPr id="0" name=""/>
        <dsp:cNvSpPr/>
      </dsp:nvSpPr>
      <dsp:spPr>
        <a:xfrm>
          <a:off x="4237852" y="3895304"/>
          <a:ext cx="1666406" cy="8123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GB" sz="1400" b="0" i="0" kern="1200" dirty="0"/>
            <a:t>Requires minimal data</a:t>
          </a:r>
          <a:endParaRPr lang="en-US" sz="1400" b="0" kern="1200" dirty="0"/>
        </a:p>
      </dsp:txBody>
      <dsp:txXfrm>
        <a:off x="4237852" y="3895304"/>
        <a:ext cx="1666406" cy="81237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369E3-5341-CF41-9533-0E2A0FB67F80}">
      <dsp:nvSpPr>
        <dsp:cNvPr id="0" name=""/>
        <dsp:cNvSpPr/>
      </dsp:nvSpPr>
      <dsp:spPr>
        <a:xfrm>
          <a:off x="0" y="13452"/>
          <a:ext cx="3895662" cy="767520"/>
        </a:xfrm>
        <a:prstGeom prst="roundRect">
          <a:avLst/>
        </a:prstGeom>
        <a:solidFill>
          <a:schemeClr val="accent3">
            <a:alpha val="90000"/>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IT" sz="3200" b="1" kern="1200" dirty="0"/>
            <a:t>Perfect for</a:t>
          </a:r>
          <a:endParaRPr lang="en-IT" sz="3200" kern="1200" dirty="0"/>
        </a:p>
      </dsp:txBody>
      <dsp:txXfrm>
        <a:off x="37467" y="50919"/>
        <a:ext cx="3820728" cy="692586"/>
      </dsp:txXfrm>
    </dsp:sp>
    <dsp:sp modelId="{D94A900A-419F-4348-80D1-F7FC5B133865}">
      <dsp:nvSpPr>
        <dsp:cNvPr id="0" name=""/>
        <dsp:cNvSpPr/>
      </dsp:nvSpPr>
      <dsp:spPr>
        <a:xfrm>
          <a:off x="0" y="789379"/>
          <a:ext cx="3895662" cy="25171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687" tIns="40640" rIns="227584" bIns="40640" numCol="1" spcCol="1270" anchor="t" anchorCtr="0">
          <a:noAutofit/>
        </a:bodyPr>
        <a:lstStyle/>
        <a:p>
          <a:pPr marL="228600" lvl="1" indent="-228600" algn="l" defTabSz="1111250">
            <a:lnSpc>
              <a:spcPct val="90000"/>
            </a:lnSpc>
            <a:spcBef>
              <a:spcPct val="0"/>
            </a:spcBef>
            <a:spcAft>
              <a:spcPct val="20000"/>
            </a:spcAft>
            <a:buChar char="•"/>
          </a:pPr>
          <a:r>
            <a:rPr lang="en-GB" sz="2500" kern="1200" dirty="0"/>
            <a:t>L</a:t>
          </a:r>
          <a:r>
            <a:rPr lang="en-IT" sz="2500" kern="1200" dirty="0"/>
            <a:t>ow resources NLP  tasks</a:t>
          </a:r>
        </a:p>
        <a:p>
          <a:pPr marL="228600" lvl="1" indent="-228600" algn="l" defTabSz="1111250">
            <a:lnSpc>
              <a:spcPct val="90000"/>
            </a:lnSpc>
            <a:spcBef>
              <a:spcPct val="0"/>
            </a:spcBef>
            <a:spcAft>
              <a:spcPct val="20000"/>
            </a:spcAft>
            <a:buChar char="•"/>
          </a:pPr>
          <a:r>
            <a:rPr lang="en-GB" sz="2500" kern="1200" dirty="0"/>
            <a:t>S</a:t>
          </a:r>
          <a:r>
            <a:rPr lang="en-IT" sz="2500" kern="1200" dirty="0"/>
            <a:t>tartups</a:t>
          </a:r>
        </a:p>
        <a:p>
          <a:pPr marL="228600" lvl="1" indent="-228600" algn="l" defTabSz="1111250">
            <a:lnSpc>
              <a:spcPct val="90000"/>
            </a:lnSpc>
            <a:spcBef>
              <a:spcPct val="0"/>
            </a:spcBef>
            <a:spcAft>
              <a:spcPct val="20000"/>
            </a:spcAft>
            <a:buChar char="•"/>
          </a:pPr>
          <a:r>
            <a:rPr lang="en-GB" sz="2500" kern="1200" dirty="0"/>
            <a:t>H</a:t>
          </a:r>
          <a:r>
            <a:rPr lang="en-IT" sz="2500" kern="1200" dirty="0"/>
            <a:t>ospitals or public firms</a:t>
          </a:r>
        </a:p>
        <a:p>
          <a:pPr marL="228600" lvl="1" indent="-228600" algn="l" defTabSz="1111250">
            <a:lnSpc>
              <a:spcPct val="90000"/>
            </a:lnSpc>
            <a:spcBef>
              <a:spcPct val="0"/>
            </a:spcBef>
            <a:spcAft>
              <a:spcPct val="20000"/>
            </a:spcAft>
            <a:buChar char="•"/>
          </a:pPr>
          <a:r>
            <a:rPr lang="en-IT" sz="2500" kern="1200" dirty="0"/>
            <a:t>Universities</a:t>
          </a:r>
        </a:p>
        <a:p>
          <a:pPr marL="228600" lvl="1" indent="-228600" algn="l" defTabSz="1111250">
            <a:lnSpc>
              <a:spcPct val="90000"/>
            </a:lnSpc>
            <a:spcBef>
              <a:spcPct val="0"/>
            </a:spcBef>
            <a:spcAft>
              <a:spcPct val="20000"/>
            </a:spcAft>
            <a:buChar char="•"/>
          </a:pPr>
          <a:r>
            <a:rPr lang="en-GB" sz="2500" i="0" kern="1200" dirty="0"/>
            <a:t>Translations to uncommon Languages</a:t>
          </a:r>
          <a:endParaRPr lang="en-IT" sz="2500" kern="1200" dirty="0"/>
        </a:p>
      </dsp:txBody>
      <dsp:txXfrm>
        <a:off x="0" y="789379"/>
        <a:ext cx="3895662" cy="251712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DDCA1C-0EFA-6B4D-8F05-8C78397A679C}" type="datetimeFigureOut">
              <a:rPr lang="en-IT" smtClean="0"/>
              <a:t>28/10/24</a:t>
            </a:fld>
            <a:endParaRPr lang="en-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33AFF1-3831-744B-9AD6-FD953B8E48E6}" type="slidenum">
              <a:rPr lang="en-IT" smtClean="0"/>
              <a:t>‹#›</a:t>
            </a:fld>
            <a:endParaRPr lang="en-IT"/>
          </a:p>
        </p:txBody>
      </p:sp>
    </p:spTree>
    <p:extLst>
      <p:ext uri="{BB962C8B-B14F-4D97-AF65-F5344CB8AC3E}">
        <p14:creationId xmlns:p14="http://schemas.microsoft.com/office/powerpoint/2010/main" val="3296939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In 2017 some researchers in google published a paper where they made a very strong statement : attention is all you need. In thi paper they introduced the transformer architecture that was then the base for all the most recent ai models, from gpt to llama to gemini. </a:t>
            </a:r>
            <a:r>
              <a:rPr lang="en-GB" dirty="0"/>
              <a:t>N</a:t>
            </a:r>
            <a:r>
              <a:rPr lang="en-IT" dirty="0"/>
              <a:t>ow, for sure this architecture wass all google, microsoft and open ai, that are the companies whio trained all thise models needed. </a:t>
            </a:r>
          </a:p>
        </p:txBody>
      </p:sp>
      <p:sp>
        <p:nvSpPr>
          <p:cNvPr id="4" name="Slide Number Placeholder 3"/>
          <p:cNvSpPr>
            <a:spLocks noGrp="1"/>
          </p:cNvSpPr>
          <p:nvPr>
            <p:ph type="sldNum" sz="quarter" idx="5"/>
          </p:nvPr>
        </p:nvSpPr>
        <p:spPr/>
        <p:txBody>
          <a:bodyPr/>
          <a:lstStyle/>
          <a:p>
            <a:fld id="{8633AFF1-3831-744B-9AD6-FD953B8E48E6}" type="slidenum">
              <a:rPr lang="en-IT" smtClean="0"/>
              <a:t>1</a:t>
            </a:fld>
            <a:endParaRPr lang="en-IT"/>
          </a:p>
        </p:txBody>
      </p:sp>
    </p:spTree>
    <p:extLst>
      <p:ext uri="{BB962C8B-B14F-4D97-AF65-F5344CB8AC3E}">
        <p14:creationId xmlns:p14="http://schemas.microsoft.com/office/powerpoint/2010/main" val="15969211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T" dirty="0"/>
              <a:t>Now, this is because the companies </a:t>
            </a:r>
            <a:r>
              <a:rPr lang="en-GB" dirty="0"/>
              <a:t>I</a:t>
            </a:r>
            <a:r>
              <a:rPr lang="en-IT" dirty="0"/>
              <a:t> quoted before, are training bigger and bigger models with the numbre of parameters increasing exponentially. You can see that GPT1… to GPT4.</a:t>
            </a:r>
          </a:p>
          <a:p>
            <a:r>
              <a:rPr lang="en-IT" dirty="0"/>
              <a:t>And the more they increase the parameters the arder it will be to train models with comparable performances.</a:t>
            </a:r>
          </a:p>
          <a:p>
            <a:r>
              <a:rPr lang="en-IT" dirty="0"/>
              <a:t>Now lets imagine that you are a developer or an entrepeneur and need an llm to solve a specific task. The if this task is very specific, you the pretrained model will not perform bery well.</a:t>
            </a:r>
          </a:p>
          <a:p>
            <a:r>
              <a:rPr lang="en-IT" dirty="0"/>
              <a:t>Then you can try to train you own model. </a:t>
            </a:r>
          </a:p>
          <a:p>
            <a:r>
              <a:rPr lang="en-IT" dirty="0"/>
              <a:t>Thwn you would need a gpu. </a:t>
            </a:r>
            <a:r>
              <a:rPr lang="en-GB" dirty="0"/>
              <a:t>L</a:t>
            </a:r>
            <a:r>
              <a:rPr lang="en-IT" dirty="0"/>
              <a:t>et s say that you have a very powerful one, like ths one. And you don’t have one, you have a device with 100 od them. </a:t>
            </a:r>
            <a:r>
              <a:rPr lang="en-GB" dirty="0"/>
              <a:t>A</a:t>
            </a:r>
            <a:r>
              <a:rPr lang="en-IT" dirty="0"/>
              <a:t>nd you don’t have only one of these devices, you have 1000 of them and you let the work all together to train the model. </a:t>
            </a:r>
            <a:r>
              <a:rPr lang="en-GB" dirty="0"/>
              <a:t>T</a:t>
            </a:r>
            <a:r>
              <a:rPr lang="en-IT" dirty="0"/>
              <a:t>hen you would need more than a month to finish the trainng. Imagine if you try to do the same on a way less powerful hardware such as the one that the majority of the companies or developers have.</a:t>
            </a:r>
          </a:p>
          <a:p>
            <a:endParaRPr lang="en-IT" dirty="0"/>
          </a:p>
          <a:p>
            <a:endParaRPr lang="en-IT" dirty="0"/>
          </a:p>
        </p:txBody>
      </p:sp>
      <p:sp>
        <p:nvSpPr>
          <p:cNvPr id="4" name="Slide Number Placeholder 3"/>
          <p:cNvSpPr>
            <a:spLocks noGrp="1"/>
          </p:cNvSpPr>
          <p:nvPr>
            <p:ph type="sldNum" sz="quarter" idx="5"/>
          </p:nvPr>
        </p:nvSpPr>
        <p:spPr/>
        <p:txBody>
          <a:bodyPr/>
          <a:lstStyle/>
          <a:p>
            <a:fld id="{8633AFF1-3831-744B-9AD6-FD953B8E48E6}" type="slidenum">
              <a:rPr lang="en-IT" smtClean="0"/>
              <a:t>2</a:t>
            </a:fld>
            <a:endParaRPr lang="en-IT"/>
          </a:p>
        </p:txBody>
      </p:sp>
    </p:spTree>
    <p:extLst>
      <p:ext uri="{BB962C8B-B14F-4D97-AF65-F5344CB8AC3E}">
        <p14:creationId xmlns:p14="http://schemas.microsoft.com/office/powerpoint/2010/main" val="155242337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2" name="Freeform 11"/>
          <p:cNvSpPr/>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26" name="Freeform 25"/>
          <p:cNvSpPr/>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2" name="Title 1"/>
          <p:cNvSpPr>
            <a:spLocks noGrp="1"/>
          </p:cNvSpPr>
          <p:nvPr>
            <p:ph type="ctrTitle"/>
          </p:nvPr>
        </p:nvSpPr>
        <p:spPr>
          <a:xfrm rot="21420000">
            <a:off x="891201" y="662656"/>
            <a:ext cx="9755187" cy="2766528"/>
          </a:xfrm>
        </p:spPr>
        <p:txBody>
          <a:bodyPr anchor="b">
            <a:normAutofit/>
          </a:bodyPr>
          <a:lstStyle>
            <a:lvl1pPr algn="r">
              <a:defRPr sz="8000"/>
            </a:lvl1pPr>
          </a:lstStyle>
          <a:p>
            <a:r>
              <a:rPr lang="en-GB"/>
              <a:t>Click to edit Master title style</a:t>
            </a:r>
            <a:endParaRPr lang="en-US" dirty="0"/>
          </a:p>
        </p:txBody>
      </p:sp>
      <p:sp>
        <p:nvSpPr>
          <p:cNvPr id="3" name="Subtitle 2"/>
          <p:cNvSpPr>
            <a:spLocks noGrp="1"/>
          </p:cNvSpPr>
          <p:nvPr>
            <p:ph type="subTitle" idx="1"/>
          </p:nvPr>
        </p:nvSpPr>
        <p:spPr>
          <a:xfrm rot="21420000">
            <a:off x="983062" y="3505209"/>
            <a:ext cx="9755187" cy="550333"/>
          </a:xfrm>
        </p:spPr>
        <p:txBody>
          <a:bodyPr anchor="t">
            <a:noAutofit/>
          </a:bodyPr>
          <a:lstStyle>
            <a:lvl1pPr marL="0" indent="0" algn="r">
              <a:buNone/>
              <a:defRPr sz="28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a:xfrm rot="21420000">
            <a:off x="4948541" y="4578463"/>
            <a:ext cx="6143653" cy="1163112"/>
          </a:xfrm>
        </p:spPr>
        <p:txBody>
          <a:bodyPr/>
          <a:lstStyle>
            <a:lvl1pPr algn="ctr">
              <a:defRPr sz="5400">
                <a:solidFill>
                  <a:schemeClr val="accent1">
                    <a:lumMod val="50000"/>
                  </a:schemeClr>
                </a:solidFill>
              </a:defRPr>
            </a:lvl1p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a:xfrm rot="21420000">
            <a:off x="-5560" y="4883024"/>
            <a:ext cx="4047239" cy="1195538"/>
          </a:xfrm>
        </p:spPr>
        <p:txBody>
          <a:bodyPr vert="horz" lIns="91440" tIns="45720" rIns="91440" bIns="45720" rtlCol="0" anchor="ctr"/>
          <a:lstStyle>
            <a:lvl1pPr algn="r">
              <a:defRPr lang="en-US" sz="5400" dirty="0"/>
            </a:lvl1pPr>
          </a:lstStyle>
          <a:p>
            <a:endParaRPr lang="en-IT"/>
          </a:p>
        </p:txBody>
      </p:sp>
      <p:sp>
        <p:nvSpPr>
          <p:cNvPr id="6" name="Slide Number Placeholder 5"/>
          <p:cNvSpPr>
            <a:spLocks noGrp="1"/>
          </p:cNvSpPr>
          <p:nvPr>
            <p:ph type="sldNum" sz="quarter" idx="12"/>
          </p:nvPr>
        </p:nvSpPr>
        <p:spPr>
          <a:xfrm rot="21420000">
            <a:off x="9851758" y="3832648"/>
            <a:ext cx="907186" cy="498470"/>
          </a:xfrm>
        </p:spPr>
        <p:txBody>
          <a:bodyPr/>
          <a:lstStyle>
            <a:lvl1pPr>
              <a:defRPr sz="2400">
                <a:solidFill>
                  <a:schemeClr val="tx1">
                    <a:lumMod val="75000"/>
                    <a:lumOff val="25000"/>
                  </a:schemeClr>
                </a:solidFill>
              </a:defRPr>
            </a:lvl1pPr>
          </a:lstStyle>
          <a:p>
            <a:fld id="{78CCF433-AE7D-F642-8348-172361555844}" type="slidenum">
              <a:rPr lang="en-IT" smtClean="0"/>
              <a:t>‹#›</a:t>
            </a:fld>
            <a:endParaRPr lang="en-IT"/>
          </a:p>
        </p:txBody>
      </p:sp>
      <p:sp>
        <p:nvSpPr>
          <p:cNvPr id="25" name="5-Point Star 24"/>
          <p:cNvSpPr/>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1852127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800" y="2063396"/>
            <a:ext cx="10394707" cy="331118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p:txBody>
          <a:bodyPr/>
          <a:lstStyle/>
          <a:p>
            <a:endParaRPr lang="en-IT"/>
          </a:p>
        </p:txBody>
      </p:sp>
      <p:sp>
        <p:nvSpPr>
          <p:cNvPr id="6" name="Slide Number Placeholder 5"/>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65525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4707" cy="3193487"/>
          </a:xfrm>
        </p:spPr>
        <p:txBody>
          <a:bodyPr anchor="b">
            <a:normAutofit/>
          </a:bodyPr>
          <a:lstStyle>
            <a:lvl1pPr algn="l">
              <a:defRPr sz="5400"/>
            </a:lvl1pPr>
          </a:lstStyle>
          <a:p>
            <a:r>
              <a:rPr lang="en-GB"/>
              <a:t>Click to edit Master title style</a:t>
            </a:r>
            <a:endParaRPr lang="en-US" dirty="0"/>
          </a:p>
        </p:txBody>
      </p:sp>
      <p:sp>
        <p:nvSpPr>
          <p:cNvPr id="3" name="Text Placeholder 2"/>
          <p:cNvSpPr>
            <a:spLocks noGrp="1"/>
          </p:cNvSpPr>
          <p:nvPr>
            <p:ph type="body" idx="1"/>
          </p:nvPr>
        </p:nvSpPr>
        <p:spPr>
          <a:xfrm>
            <a:off x="685801" y="3742267"/>
            <a:ext cx="10394707" cy="1639614"/>
          </a:xfrm>
        </p:spPr>
        <p:txBody>
          <a:bodyPr anchor="t">
            <a:normAutofit/>
          </a:bodyPr>
          <a:lstStyle>
            <a:lvl1pPr marL="0" indent="0" algn="l">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p:txBody>
          <a:bodyPr/>
          <a:lstStyle/>
          <a:p>
            <a:endParaRPr lang="en-IT"/>
          </a:p>
        </p:txBody>
      </p:sp>
      <p:sp>
        <p:nvSpPr>
          <p:cNvPr id="6" name="Slide Number Placeholder 5"/>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1197073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6882" cy="1158140"/>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685800" y="2063396"/>
            <a:ext cx="5088714" cy="3311189"/>
          </a:xfrm>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5993971" y="2063396"/>
            <a:ext cx="5086538" cy="3311189"/>
          </a:xfrm>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10680463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4" name="Title 1"/>
          <p:cNvSpPr>
            <a:spLocks noGrp="1"/>
          </p:cNvSpPr>
          <p:nvPr>
            <p:ph type="title"/>
          </p:nvPr>
        </p:nvSpPr>
        <p:spPr>
          <a:xfrm>
            <a:off x="685801" y="685800"/>
            <a:ext cx="10394707" cy="1158140"/>
          </a:xfrm>
        </p:spPr>
        <p:txBody>
          <a:bodyPr/>
          <a:lstStyle/>
          <a:p>
            <a:r>
              <a:rPr lang="en-GB"/>
              <a:t>Click to edit Master title style</a:t>
            </a:r>
            <a:endParaRPr lang="en-US" dirty="0"/>
          </a:p>
        </p:txBody>
      </p:sp>
      <p:sp>
        <p:nvSpPr>
          <p:cNvPr id="3" name="Text Placeholder 2"/>
          <p:cNvSpPr>
            <a:spLocks noGrp="1"/>
          </p:cNvSpPr>
          <p:nvPr>
            <p:ph type="body" idx="1"/>
          </p:nvPr>
        </p:nvSpPr>
        <p:spPr>
          <a:xfrm>
            <a:off x="918356" y="2063396"/>
            <a:ext cx="4856158"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685802" y="2861733"/>
            <a:ext cx="5088712" cy="2512852"/>
          </a:xfrm>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18191" y="2063396"/>
            <a:ext cx="4864491" cy="679994"/>
          </a:xfrm>
        </p:spPr>
        <p:txBody>
          <a:bodyPr anchor="b">
            <a:noAutofit/>
          </a:bodyPr>
          <a:lstStyle>
            <a:lvl1pPr marL="0" indent="0">
              <a:lnSpc>
                <a:spcPct val="90000"/>
              </a:lnSpc>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5993969" y="2861733"/>
            <a:ext cx="5088713" cy="2512852"/>
          </a:xfrm>
        </p:spPr>
        <p:txBody>
          <a:bodyPr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3C643AAC-CF8F-5849-8741-DD1625960A41}" type="datetimeFigureOut">
              <a:rPr lang="en-IT" smtClean="0"/>
              <a:t>28/10/24</a:t>
            </a:fld>
            <a:endParaRPr lang="en-IT"/>
          </a:p>
        </p:txBody>
      </p:sp>
      <p:sp>
        <p:nvSpPr>
          <p:cNvPr id="8" name="Footer Placeholder 7"/>
          <p:cNvSpPr>
            <a:spLocks noGrp="1"/>
          </p:cNvSpPr>
          <p:nvPr>
            <p:ph type="ftr" sz="quarter" idx="11"/>
          </p:nvPr>
        </p:nvSpPr>
        <p:spPr/>
        <p:txBody>
          <a:bodyPr/>
          <a:lstStyle/>
          <a:p>
            <a:endParaRPr lang="en-IT"/>
          </a:p>
        </p:txBody>
      </p:sp>
      <p:sp>
        <p:nvSpPr>
          <p:cNvPr id="9" name="Slide Number Placeholder 8"/>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2304962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3C643AAC-CF8F-5849-8741-DD1625960A41}" type="datetimeFigureOut">
              <a:rPr lang="en-IT" smtClean="0"/>
              <a:t>28/10/24</a:t>
            </a:fld>
            <a:endParaRPr lang="en-IT"/>
          </a:p>
        </p:txBody>
      </p:sp>
      <p:sp>
        <p:nvSpPr>
          <p:cNvPr id="4" name="Footer Placeholder 3"/>
          <p:cNvSpPr>
            <a:spLocks noGrp="1"/>
          </p:cNvSpPr>
          <p:nvPr>
            <p:ph type="ftr" sz="quarter" idx="11"/>
          </p:nvPr>
        </p:nvSpPr>
        <p:spPr/>
        <p:txBody>
          <a:bodyPr/>
          <a:lstStyle/>
          <a:p>
            <a:endParaRPr lang="en-IT"/>
          </a:p>
        </p:txBody>
      </p:sp>
      <p:sp>
        <p:nvSpPr>
          <p:cNvPr id="5" name="Slide Number Placeholder 4"/>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690286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643AAC-CF8F-5849-8741-DD1625960A41}" type="datetimeFigureOut">
              <a:rPr lang="en-IT" smtClean="0"/>
              <a:t>28/10/24</a:t>
            </a:fld>
            <a:endParaRPr lang="en-IT"/>
          </a:p>
        </p:txBody>
      </p:sp>
      <p:sp>
        <p:nvSpPr>
          <p:cNvPr id="3" name="Footer Placeholder 2"/>
          <p:cNvSpPr>
            <a:spLocks noGrp="1"/>
          </p:cNvSpPr>
          <p:nvPr>
            <p:ph type="ftr" sz="quarter" idx="11"/>
          </p:nvPr>
        </p:nvSpPr>
        <p:spPr/>
        <p:txBody>
          <a:bodyPr/>
          <a:lstStyle/>
          <a:p>
            <a:endParaRPr lang="en-IT"/>
          </a:p>
        </p:txBody>
      </p:sp>
      <p:sp>
        <p:nvSpPr>
          <p:cNvPr id="4" name="Slide Number Placeholder 3"/>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28088381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3643" y="685800"/>
            <a:ext cx="4126860" cy="2023252"/>
          </a:xfrm>
        </p:spPr>
        <p:txBody>
          <a:bodyPr anchor="b">
            <a:normAutofit/>
          </a:bodyPr>
          <a:lstStyle>
            <a:lvl1pPr algn="ctr">
              <a:defRPr sz="3600"/>
            </a:lvl1pPr>
          </a:lstStyle>
          <a:p>
            <a:r>
              <a:rPr lang="en-GB"/>
              <a:t>Click to edit Master title style</a:t>
            </a:r>
            <a:endParaRPr lang="en-US" dirty="0"/>
          </a:p>
        </p:txBody>
      </p:sp>
      <p:sp>
        <p:nvSpPr>
          <p:cNvPr id="10" name="Content Placeholder 2"/>
          <p:cNvSpPr>
            <a:spLocks noGrp="1"/>
          </p:cNvSpPr>
          <p:nvPr>
            <p:ph sz="quarter" idx="13"/>
          </p:nvPr>
        </p:nvSpPr>
        <p:spPr>
          <a:xfrm>
            <a:off x="5046132" y="685800"/>
            <a:ext cx="6034375" cy="468878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93642" y="2709052"/>
            <a:ext cx="4126861" cy="2665533"/>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3767817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685800"/>
            <a:ext cx="6345302" cy="2023252"/>
          </a:xfrm>
        </p:spPr>
        <p:txBody>
          <a:bodyPr anchor="b">
            <a:normAutofit/>
          </a:bodyPr>
          <a:lstStyle>
            <a:lvl1pPr algn="ctr">
              <a:defRPr sz="36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82362" y="0"/>
            <a:ext cx="3598146" cy="507153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801" y="2709052"/>
            <a:ext cx="6345301" cy="2362481"/>
          </a:xfrm>
        </p:spPr>
        <p:txBody>
          <a:bodyPr anchor="t">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3867146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4106333"/>
            <a:ext cx="10394708" cy="588846"/>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5801" y="685799"/>
            <a:ext cx="10392513" cy="3194903"/>
          </a:xfrm>
          <a:ln w="57150" cmpd="thinThick">
            <a:solidFill>
              <a:schemeClr val="bg1">
                <a:lumMod val="50000"/>
              </a:schemeClr>
            </a:solidFill>
            <a:miter lim="800000"/>
          </a:ln>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685780" y="4702923"/>
            <a:ext cx="10394728" cy="682472"/>
          </a:xfrm>
        </p:spPr>
        <p:txBody>
          <a:bodyPr anchor="t"/>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37300316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1" y="685800"/>
            <a:ext cx="10396902" cy="3194903"/>
          </a:xfrm>
        </p:spPr>
        <p:txBody>
          <a:bodyPr anchor="ctr">
            <a:normAutofit/>
          </a:bodyPr>
          <a:lstStyle>
            <a:lvl1pPr algn="ctr">
              <a:defRPr sz="4800"/>
            </a:lvl1pPr>
          </a:lstStyle>
          <a:p>
            <a:r>
              <a:rPr lang="en-GB"/>
              <a:t>Click to edit Master title style</a:t>
            </a:r>
            <a:endParaRPr lang="en-US" dirty="0"/>
          </a:p>
        </p:txBody>
      </p:sp>
      <p:sp>
        <p:nvSpPr>
          <p:cNvPr id="4" name="Text Placeholder 3"/>
          <p:cNvSpPr>
            <a:spLocks noGrp="1"/>
          </p:cNvSpPr>
          <p:nvPr>
            <p:ph type="body" sz="half" idx="2"/>
          </p:nvPr>
        </p:nvSpPr>
        <p:spPr>
          <a:xfrm>
            <a:off x="685779" y="4106333"/>
            <a:ext cx="10394729" cy="1273606"/>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1689566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21732" y="685800"/>
            <a:ext cx="9525020" cy="2916704"/>
          </a:xfrm>
        </p:spPr>
        <p:txBody>
          <a:bodyPr anchor="ctr">
            <a:normAutofit/>
          </a:bodyPr>
          <a:lstStyle>
            <a:lvl1pPr algn="ctr">
              <a:defRPr sz="4800"/>
            </a:lvl1pPr>
          </a:lstStyle>
          <a:p>
            <a:r>
              <a:rPr lang="en-GB"/>
              <a:t>Click to edit Master title style</a:t>
            </a:r>
            <a:endParaRPr lang="en-US" dirty="0"/>
          </a:p>
        </p:txBody>
      </p:sp>
      <p:sp>
        <p:nvSpPr>
          <p:cNvPr id="12" name="Text Placeholder 3"/>
          <p:cNvSpPr>
            <a:spLocks noGrp="1"/>
          </p:cNvSpPr>
          <p:nvPr>
            <p:ph type="body" sz="half" idx="13"/>
          </p:nvPr>
        </p:nvSpPr>
        <p:spPr>
          <a:xfrm>
            <a:off x="1550264" y="3610032"/>
            <a:ext cx="8667956" cy="377768"/>
          </a:xfrm>
        </p:spPr>
        <p:txBody>
          <a:bodyPr anchor="t">
            <a:normAutofit/>
          </a:bodyPr>
          <a:lstStyle>
            <a:lvl1pPr marL="0" indent="0" algn="r">
              <a:buNone/>
              <a:defRPr sz="1400">
                <a:solidFill>
                  <a:schemeClr val="tx1">
                    <a:lumMod val="50000"/>
                    <a:lumOff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685801" y="4106334"/>
            <a:ext cx="10396882" cy="1268252"/>
          </a:xfrm>
        </p:spPr>
        <p:txBody>
          <a:bodyPr anchor="ct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
        <p:nvSpPr>
          <p:cNvPr id="13" name="TextBox 12"/>
          <p:cNvSpPr txBox="1"/>
          <p:nvPr/>
        </p:nvSpPr>
        <p:spPr>
          <a:xfrm>
            <a:off x="685801" y="89262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473083" y="292282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457368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800" y="1723854"/>
            <a:ext cx="10394707" cy="2511835"/>
          </a:xfrm>
        </p:spPr>
        <p:txBody>
          <a:bodyPr anchor="b">
            <a:normAutofit/>
          </a:bodyPr>
          <a:lstStyle>
            <a:lvl1pPr algn="l">
              <a:defRPr sz="4800"/>
            </a:lvl1pPr>
          </a:lstStyle>
          <a:p>
            <a:r>
              <a:rPr lang="en-GB"/>
              <a:t>Click to edit Master title style</a:t>
            </a:r>
            <a:endParaRPr lang="en-US" dirty="0"/>
          </a:p>
        </p:txBody>
      </p:sp>
      <p:sp>
        <p:nvSpPr>
          <p:cNvPr id="4" name="Text Placeholder 3"/>
          <p:cNvSpPr>
            <a:spLocks noGrp="1"/>
          </p:cNvSpPr>
          <p:nvPr>
            <p:ph type="body" sz="half" idx="2"/>
          </p:nvPr>
        </p:nvSpPr>
        <p:spPr>
          <a:xfrm>
            <a:off x="685800" y="4247468"/>
            <a:ext cx="10394707" cy="1140644"/>
          </a:xfrm>
        </p:spPr>
        <p:txBody>
          <a:bodyPr anchor="t">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3C643AAC-CF8F-5849-8741-DD1625960A41}" type="datetimeFigureOut">
              <a:rPr lang="en-IT" smtClean="0"/>
              <a:t>28/10/24</a:t>
            </a:fld>
            <a:endParaRPr lang="en-IT"/>
          </a:p>
        </p:txBody>
      </p:sp>
      <p:sp>
        <p:nvSpPr>
          <p:cNvPr id="6" name="Footer Placeholder 5"/>
          <p:cNvSpPr>
            <a:spLocks noGrp="1"/>
          </p:cNvSpPr>
          <p:nvPr>
            <p:ph type="ftr" sz="quarter" idx="11"/>
          </p:nvPr>
        </p:nvSpPr>
        <p:spPr/>
        <p:txBody>
          <a:bodyPr/>
          <a:lstStyle/>
          <a:p>
            <a:endParaRPr lang="en-IT"/>
          </a:p>
        </p:txBody>
      </p:sp>
      <p:sp>
        <p:nvSpPr>
          <p:cNvPr id="7" name="Slide Number Placeholder 6"/>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27067298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802" y="685800"/>
            <a:ext cx="10394706" cy="1151965"/>
          </a:xfrm>
        </p:spPr>
        <p:txBody>
          <a:bodyPr/>
          <a:lstStyle>
            <a:lvl1pPr algn="ctr">
              <a:defRPr/>
            </a:lvl1pPr>
          </a:lstStyle>
          <a:p>
            <a:r>
              <a:rPr lang="en-GB"/>
              <a:t>Click to edit Master title style</a:t>
            </a:r>
            <a:endParaRPr lang="en-US" dirty="0"/>
          </a:p>
        </p:txBody>
      </p:sp>
      <p:sp>
        <p:nvSpPr>
          <p:cNvPr id="7" name="Text Placeholder 2"/>
          <p:cNvSpPr>
            <a:spLocks noGrp="1"/>
          </p:cNvSpPr>
          <p:nvPr>
            <p:ph type="body" idx="1"/>
          </p:nvPr>
        </p:nvSpPr>
        <p:spPr>
          <a:xfrm>
            <a:off x="68580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685802"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234622"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234621"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770380" y="2063395"/>
            <a:ext cx="3310128" cy="576262"/>
          </a:xfrm>
        </p:spPr>
        <p:txBody>
          <a:bodyPr anchor="b">
            <a:noAutofit/>
          </a:bodyPr>
          <a:lstStyle>
            <a:lvl1pPr marL="0" indent="0" algn="ctr">
              <a:lnSpc>
                <a:spcPct val="90000"/>
              </a:lnSpc>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770380" y="2639658"/>
            <a:ext cx="3310128" cy="273492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C643AAC-CF8F-5849-8741-DD1625960A41}" type="datetimeFigureOut">
              <a:rPr lang="en-IT" smtClean="0"/>
              <a:t>28/10/24</a:t>
            </a:fld>
            <a:endParaRPr lang="en-IT"/>
          </a:p>
        </p:txBody>
      </p:sp>
      <p:sp>
        <p:nvSpPr>
          <p:cNvPr id="4" name="Footer Placeholder 3"/>
          <p:cNvSpPr>
            <a:spLocks noGrp="1"/>
          </p:cNvSpPr>
          <p:nvPr>
            <p:ph type="ftr" sz="quarter" idx="11"/>
          </p:nvPr>
        </p:nvSpPr>
        <p:spPr/>
        <p:txBody>
          <a:bodyPr/>
          <a:lstStyle/>
          <a:p>
            <a:endParaRPr lang="en-IT"/>
          </a:p>
        </p:txBody>
      </p:sp>
      <p:sp>
        <p:nvSpPr>
          <p:cNvPr id="5" name="Slide Number Placeholder 4"/>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8929627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801" y="685800"/>
            <a:ext cx="10396882" cy="1151965"/>
          </a:xfrm>
        </p:spPr>
        <p:txBody>
          <a:bodyPr/>
          <a:lstStyle>
            <a:lvl1pPr algn="ctr">
              <a:defRPr/>
            </a:lvl1pPr>
          </a:lstStyle>
          <a:p>
            <a:r>
              <a:rPr lang="en-GB"/>
              <a:t>Click to edit Master title style</a:t>
            </a:r>
            <a:endParaRPr lang="en-US" dirty="0"/>
          </a:p>
        </p:txBody>
      </p:sp>
      <p:sp>
        <p:nvSpPr>
          <p:cNvPr id="19" name="Text Placeholder 2"/>
          <p:cNvSpPr>
            <a:spLocks noGrp="1"/>
          </p:cNvSpPr>
          <p:nvPr>
            <p:ph type="body" idx="1"/>
          </p:nvPr>
        </p:nvSpPr>
        <p:spPr>
          <a:xfrm>
            <a:off x="69184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685780" y="2063395"/>
            <a:ext cx="3310128" cy="1536725"/>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691840" y="4389287"/>
            <a:ext cx="3310128" cy="98529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237410"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235999" y="2063395"/>
            <a:ext cx="3310128" cy="1535237"/>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235999" y="4389286"/>
            <a:ext cx="3310128" cy="98530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768944" y="3813025"/>
            <a:ext cx="3310128" cy="576262"/>
          </a:xfrm>
        </p:spPr>
        <p:txBody>
          <a:bodyPr anchor="b">
            <a:noAutofit/>
          </a:bodyPr>
          <a:lstStyle>
            <a:lvl1pPr marL="0" indent="0" algn="ctr">
              <a:lnSpc>
                <a:spcPct val="90000"/>
              </a:lnSpc>
              <a:buNone/>
              <a:defRPr sz="22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768819" y="2063394"/>
            <a:ext cx="3310128" cy="1537196"/>
          </a:xfrm>
          <a:prstGeom prst="roundRect">
            <a:avLst>
              <a:gd name="adj" fmla="val 0"/>
            </a:avLst>
          </a:prstGeom>
          <a:ln w="57150" cmpd="thinThick">
            <a:solidFill>
              <a:schemeClr val="bg1">
                <a:lumMod val="50000"/>
              </a:schemeClr>
            </a:solidFill>
            <a:miter lim="800000"/>
          </a:ln>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768819" y="4389284"/>
            <a:ext cx="3310128" cy="985302"/>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3C643AAC-CF8F-5849-8741-DD1625960A41}" type="datetimeFigureOut">
              <a:rPr lang="en-IT" smtClean="0"/>
              <a:t>28/10/24</a:t>
            </a:fld>
            <a:endParaRPr lang="en-IT"/>
          </a:p>
        </p:txBody>
      </p:sp>
      <p:sp>
        <p:nvSpPr>
          <p:cNvPr id="4" name="Footer Placeholder 3"/>
          <p:cNvSpPr>
            <a:spLocks noGrp="1"/>
          </p:cNvSpPr>
          <p:nvPr>
            <p:ph type="ftr" sz="quarter" idx="11"/>
          </p:nvPr>
        </p:nvSpPr>
        <p:spPr/>
        <p:txBody>
          <a:bodyPr/>
          <a:lstStyle/>
          <a:p>
            <a:endParaRPr lang="en-IT"/>
          </a:p>
        </p:txBody>
      </p:sp>
      <p:sp>
        <p:nvSpPr>
          <p:cNvPr id="5" name="Slide Number Placeholder 4"/>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21886406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r">
              <a:defRPr/>
            </a:lvl1p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685800" y="2063396"/>
            <a:ext cx="10394707" cy="331119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p:txBody>
          <a:bodyPr/>
          <a:lstStyle/>
          <a:p>
            <a:endParaRPr lang="en-IT"/>
          </a:p>
        </p:txBody>
      </p:sp>
      <p:sp>
        <p:nvSpPr>
          <p:cNvPr id="6" name="Slide Number Placeholder 5"/>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1811167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15862" y="685800"/>
            <a:ext cx="2264646" cy="4688785"/>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685800" y="685800"/>
            <a:ext cx="7904431" cy="4688785"/>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p:txBody>
          <a:bodyPr/>
          <a:lstStyle/>
          <a:p>
            <a:endParaRPr lang="en-IT"/>
          </a:p>
        </p:txBody>
      </p:sp>
      <p:sp>
        <p:nvSpPr>
          <p:cNvPr id="6" name="Slide Number Placeholder 5"/>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38710259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3C643AAC-CF8F-5849-8741-DD1625960A41}" type="datetimeFigureOut">
              <a:rPr lang="en-IT" smtClean="0"/>
              <a:t>28/10/24</a:t>
            </a:fld>
            <a:endParaRPr lang="en-IT"/>
          </a:p>
        </p:txBody>
      </p:sp>
      <p:sp>
        <p:nvSpPr>
          <p:cNvPr id="5" name="Footer Placeholder 4"/>
          <p:cNvSpPr>
            <a:spLocks noGrp="1"/>
          </p:cNvSpPr>
          <p:nvPr>
            <p:ph type="ftr" sz="quarter" idx="11"/>
          </p:nvPr>
        </p:nvSpPr>
        <p:spPr/>
        <p:txBody>
          <a:bodyPr/>
          <a:lstStyle/>
          <a:p>
            <a:endParaRPr lang="en-IT"/>
          </a:p>
        </p:txBody>
      </p:sp>
      <p:sp>
        <p:nvSpPr>
          <p:cNvPr id="6" name="Slide Number Placeholder 5"/>
          <p:cNvSpPr>
            <a:spLocks noGrp="1"/>
          </p:cNvSpPr>
          <p:nvPr>
            <p:ph type="sldNum" sz="quarter" idx="12"/>
          </p:nvPr>
        </p:nvSpPr>
        <p:spPr/>
        <p:txBody>
          <a:bodyPr/>
          <a:lstStyle/>
          <a:p>
            <a:fld id="{78CCF433-AE7D-F642-8348-172361555844}" type="slidenum">
              <a:rPr lang="en-IT" smtClean="0"/>
              <a:t>‹#›</a:t>
            </a:fld>
            <a:endParaRPr lang="en-IT"/>
          </a:p>
        </p:txBody>
      </p:sp>
    </p:spTree>
    <p:extLst>
      <p:ext uri="{BB962C8B-B14F-4D97-AF65-F5344CB8AC3E}">
        <p14:creationId xmlns:p14="http://schemas.microsoft.com/office/powerpoint/2010/main" val="18431886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Brickwork-HD-R1a.jp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10" name="Group 9"/>
          <p:cNvGrpSpPr/>
          <p:nvPr/>
        </p:nvGrpSpPr>
        <p:grpSpPr>
          <a:xfrm>
            <a:off x="-25397" y="0"/>
            <a:ext cx="12005350" cy="6644081"/>
            <a:chOff x="-25397" y="0"/>
            <a:chExt cx="12005350" cy="6644081"/>
          </a:xfrm>
        </p:grpSpPr>
        <p:sp useBgFill="1">
          <p:nvSpPr>
            <p:cNvPr id="11" name="Rectangle 10"/>
            <p:cNvSpPr/>
            <p:nvPr/>
          </p:nvSpPr>
          <p:spPr>
            <a:xfrm>
              <a:off x="1" y="0"/>
              <a:ext cx="11979952" cy="6644081"/>
            </a:xfrm>
            <a:prstGeom prst="rect">
              <a:avLst/>
            </a:prstGeom>
            <a:ln>
              <a:noFill/>
            </a:ln>
            <a:effectLst>
              <a:outerShdw blurRad="98425" dist="76200" dir="4380000" algn="tl" rotWithShape="0">
                <a:srgbClr val="000000">
                  <a:alpha val="68000"/>
                </a:srgbClr>
              </a:outerShdw>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25397" y="0"/>
              <a:ext cx="11773291" cy="6419514"/>
            </a:xfrm>
            <a:custGeom>
              <a:avLst/>
              <a:gdLst/>
              <a:ahLst/>
              <a:cxnLst/>
              <a:rect l="l" t="t" r="r" b="b"/>
              <a:pathLst>
                <a:path w="11773291" h="6419514">
                  <a:moveTo>
                    <a:pt x="11750059" y="0"/>
                  </a:moveTo>
                  <a:lnTo>
                    <a:pt x="11773291" y="6419514"/>
                  </a:lnTo>
                  <a:lnTo>
                    <a:pt x="0" y="6411047"/>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sp>
        <p:sp>
          <p:nvSpPr>
            <p:cNvPr id="13" name="Rectangle 12"/>
            <p:cNvSpPr/>
            <p:nvPr/>
          </p:nvSpPr>
          <p:spPr>
            <a:xfrm>
              <a:off x="1" y="5600215"/>
              <a:ext cx="11706512"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85801" y="685800"/>
            <a:ext cx="10396882" cy="1151965"/>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5800" y="2063396"/>
            <a:ext cx="10396883" cy="3311189"/>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98083" y="5757334"/>
            <a:ext cx="3784600" cy="498470"/>
          </a:xfrm>
          <a:prstGeom prst="rect">
            <a:avLst/>
          </a:prstGeom>
        </p:spPr>
        <p:txBody>
          <a:bodyPr vert="horz" lIns="91440" tIns="45720" rIns="91440" bIns="45720" rtlCol="0" anchor="ctr"/>
          <a:lstStyle>
            <a:lvl1pPr algn="r">
              <a:defRPr sz="3200" cap="all" baseline="0">
                <a:solidFill>
                  <a:schemeClr val="accent1">
                    <a:lumMod val="50000"/>
                  </a:schemeClr>
                </a:solidFill>
              </a:defRPr>
            </a:lvl1pPr>
          </a:lstStyle>
          <a:p>
            <a:fld id="{3C643AAC-CF8F-5849-8741-DD1625960A41}" type="datetimeFigureOut">
              <a:rPr lang="en-IT" smtClean="0"/>
              <a:t>28/10/24</a:t>
            </a:fld>
            <a:endParaRPr lang="en-IT"/>
          </a:p>
        </p:txBody>
      </p:sp>
      <p:sp>
        <p:nvSpPr>
          <p:cNvPr id="5" name="Footer Placeholder 4"/>
          <p:cNvSpPr>
            <a:spLocks noGrp="1"/>
          </p:cNvSpPr>
          <p:nvPr>
            <p:ph type="ftr" sz="quarter" idx="3"/>
          </p:nvPr>
        </p:nvSpPr>
        <p:spPr>
          <a:xfrm>
            <a:off x="685801" y="5757334"/>
            <a:ext cx="5499719" cy="498470"/>
          </a:xfrm>
          <a:prstGeom prst="rect">
            <a:avLst/>
          </a:prstGeom>
        </p:spPr>
        <p:txBody>
          <a:bodyPr vert="horz" lIns="91440" tIns="45720" rIns="91440" bIns="45720" rtlCol="0" anchor="ctr"/>
          <a:lstStyle>
            <a:lvl1pPr algn="l">
              <a:defRPr sz="3200" cap="all" baseline="0">
                <a:solidFill>
                  <a:schemeClr val="accent1">
                    <a:lumMod val="50000"/>
                  </a:schemeClr>
                </a:solidFill>
              </a:defRPr>
            </a:lvl1pPr>
          </a:lstStyle>
          <a:p>
            <a:endParaRPr lang="en-IT"/>
          </a:p>
        </p:txBody>
      </p:sp>
      <p:sp>
        <p:nvSpPr>
          <p:cNvPr id="6" name="Slide Number Placeholder 5"/>
          <p:cNvSpPr>
            <a:spLocks noGrp="1"/>
          </p:cNvSpPr>
          <p:nvPr>
            <p:ph type="sldNum" sz="quarter" idx="4"/>
          </p:nvPr>
        </p:nvSpPr>
        <p:spPr>
          <a:xfrm>
            <a:off x="6287121" y="5757334"/>
            <a:ext cx="907186" cy="498470"/>
          </a:xfrm>
          <a:prstGeom prst="rect">
            <a:avLst/>
          </a:prstGeom>
        </p:spPr>
        <p:txBody>
          <a:bodyPr vert="horz" lIns="91440" tIns="45720" rIns="91440" bIns="45720" rtlCol="0" anchor="ctr"/>
          <a:lstStyle>
            <a:lvl1pPr algn="ctr">
              <a:defRPr sz="3200" cap="all" baseline="0">
                <a:solidFill>
                  <a:schemeClr val="accent1">
                    <a:lumMod val="50000"/>
                  </a:schemeClr>
                </a:solidFill>
              </a:defRPr>
            </a:lvl1pPr>
          </a:lstStyle>
          <a:p>
            <a:fld id="{78CCF433-AE7D-F642-8348-172361555844}" type="slidenum">
              <a:rPr lang="en-IT" smtClean="0"/>
              <a:t>‹#›</a:t>
            </a:fld>
            <a:endParaRPr lang="en-IT"/>
          </a:p>
        </p:txBody>
      </p:sp>
    </p:spTree>
    <p:extLst>
      <p:ext uri="{BB962C8B-B14F-4D97-AF65-F5344CB8AC3E}">
        <p14:creationId xmlns:p14="http://schemas.microsoft.com/office/powerpoint/2010/main" val="4273447938"/>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 id="2147483989" r:id="rId12"/>
    <p:sldLayoutId id="2147483990" r:id="rId13"/>
    <p:sldLayoutId id="2147483991" r:id="rId14"/>
    <p:sldLayoutId id="2147483992" r:id="rId15"/>
    <p:sldLayoutId id="2147483993" r:id="rId16"/>
    <p:sldLayoutId id="2147483994" r:id="rId17"/>
    <p:sldLayoutId id="2147483995" r:id="rId18"/>
  </p:sldLayoutIdLst>
  <p:txStyles>
    <p:titleStyle>
      <a:lvl1pPr algn="l" defTabSz="914400" rtl="0" eaLnBrk="1" latinLnBrk="0" hangingPunct="1">
        <a:lnSpc>
          <a:spcPct val="90000"/>
        </a:lnSpc>
        <a:spcBef>
          <a:spcPct val="0"/>
        </a:spcBef>
        <a:buNone/>
        <a:defRPr sz="5400" kern="1200" cap="all" baseline="0">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60000"/>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60000"/>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Colors" Target="../diagrams/colors1.xml"/><Relationship Id="rId5" Type="http://schemas.openxmlformats.org/officeDocument/2006/relationships/diagramQuickStyle" Target="../diagrams/quickStyle1.xml"/><Relationship Id="rId10" Type="http://schemas.openxmlformats.org/officeDocument/2006/relationships/image" Target="../media/image17.jpeg"/><Relationship Id="rId4" Type="http://schemas.openxmlformats.org/officeDocument/2006/relationships/diagramLayout" Target="../diagrams/layout1.xml"/><Relationship Id="rId9" Type="http://schemas.openxmlformats.org/officeDocument/2006/relationships/image" Target="../media/image16.png"/></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18.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FCC9-4804-9F3D-A1C8-03FB3388108B}"/>
              </a:ext>
            </a:extLst>
          </p:cNvPr>
          <p:cNvSpPr>
            <a:spLocks noGrp="1"/>
          </p:cNvSpPr>
          <p:nvPr>
            <p:ph type="ctrTitle"/>
          </p:nvPr>
        </p:nvSpPr>
        <p:spPr>
          <a:xfrm>
            <a:off x="1421325" y="1641864"/>
            <a:ext cx="3616913" cy="2795160"/>
          </a:xfrm>
        </p:spPr>
        <p:txBody>
          <a:bodyPr>
            <a:normAutofit fontScale="90000"/>
          </a:bodyPr>
          <a:lstStyle/>
          <a:p>
            <a:r>
              <a:rPr lang="en-IT" b="1" dirty="0"/>
              <a:t>L</a:t>
            </a:r>
            <a:r>
              <a:rPr lang="en-IT" b="1" cap="none" dirty="0"/>
              <a:t>o</a:t>
            </a:r>
            <a:r>
              <a:rPr lang="en-IT" b="1" dirty="0"/>
              <a:t>RA is all YOU need</a:t>
            </a:r>
          </a:p>
        </p:txBody>
      </p:sp>
      <p:pic>
        <p:nvPicPr>
          <p:cNvPr id="5" name="Picture 4">
            <a:extLst>
              <a:ext uri="{FF2B5EF4-FFF2-40B4-BE49-F238E27FC236}">
                <a16:creationId xmlns:a16="http://schemas.microsoft.com/office/drawing/2014/main" id="{ACB40478-568E-3377-C0B1-08F446B5AF90}"/>
              </a:ext>
            </a:extLst>
          </p:cNvPr>
          <p:cNvPicPr>
            <a:picLocks noChangeAspect="1"/>
          </p:cNvPicPr>
          <p:nvPr/>
        </p:nvPicPr>
        <p:blipFill>
          <a:blip r:embed="rId3"/>
          <a:stretch>
            <a:fillRect/>
          </a:stretch>
        </p:blipFill>
        <p:spPr>
          <a:xfrm>
            <a:off x="5434024" y="1126183"/>
            <a:ext cx="5708649" cy="4467016"/>
          </a:xfrm>
          <a:prstGeom prst="rect">
            <a:avLst/>
          </a:prstGeom>
        </p:spPr>
      </p:pic>
    </p:spTree>
    <p:extLst>
      <p:ext uri="{BB962C8B-B14F-4D97-AF65-F5344CB8AC3E}">
        <p14:creationId xmlns:p14="http://schemas.microsoft.com/office/powerpoint/2010/main" val="3196521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DBB19-D051-F9BD-DCA0-2E36640C7CCA}"/>
              </a:ext>
            </a:extLst>
          </p:cNvPr>
          <p:cNvSpPr>
            <a:spLocks noGrp="1"/>
          </p:cNvSpPr>
          <p:nvPr>
            <p:ph type="title"/>
          </p:nvPr>
        </p:nvSpPr>
        <p:spPr>
          <a:xfrm>
            <a:off x="838201" y="574712"/>
            <a:ext cx="5257800" cy="1325563"/>
          </a:xfrm>
        </p:spPr>
        <p:txBody>
          <a:bodyPr>
            <a:normAutofit fontScale="90000"/>
          </a:bodyPr>
          <a:lstStyle/>
          <a:p>
            <a:r>
              <a:rPr lang="en-IT"/>
              <a:t>Training a transformer</a:t>
            </a:r>
            <a:endParaRPr lang="en-IT" dirty="0"/>
          </a:p>
        </p:txBody>
      </p:sp>
      <p:graphicFrame>
        <p:nvGraphicFramePr>
          <p:cNvPr id="5" name="Content Placeholder 2">
            <a:extLst>
              <a:ext uri="{FF2B5EF4-FFF2-40B4-BE49-F238E27FC236}">
                <a16:creationId xmlns:a16="http://schemas.microsoft.com/office/drawing/2014/main" id="{C77825BC-FC34-003F-95C1-0515AF9D98D5}"/>
              </a:ext>
            </a:extLst>
          </p:cNvPr>
          <p:cNvGraphicFramePr>
            <a:graphicFrameLocks noGrp="1"/>
          </p:cNvGraphicFramePr>
          <p:nvPr>
            <p:ph idx="1"/>
            <p:extLst>
              <p:ext uri="{D42A27DB-BD31-4B8C-83A1-F6EECF244321}">
                <p14:modId xmlns:p14="http://schemas.microsoft.com/office/powerpoint/2010/main" val="3837289061"/>
              </p:ext>
            </p:extLst>
          </p:nvPr>
        </p:nvGraphicFramePr>
        <p:xfrm>
          <a:off x="838201" y="1984443"/>
          <a:ext cx="5257800" cy="4192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9E490C28-C361-5DB6-91D4-EADD702DEAE8}"/>
              </a:ext>
            </a:extLst>
          </p:cNvPr>
          <p:cNvPicPr>
            <a:picLocks noChangeAspect="1"/>
          </p:cNvPicPr>
          <p:nvPr/>
        </p:nvPicPr>
        <p:blipFill>
          <a:blip r:embed="rId8"/>
          <a:stretch>
            <a:fillRect/>
          </a:stretch>
        </p:blipFill>
        <p:spPr>
          <a:xfrm>
            <a:off x="6579705" y="1068246"/>
            <a:ext cx="4487737" cy="2237457"/>
          </a:xfrm>
          <a:prstGeom prst="rect">
            <a:avLst/>
          </a:prstGeom>
        </p:spPr>
      </p:pic>
      <p:pic>
        <p:nvPicPr>
          <p:cNvPr id="10" name="Picture 9">
            <a:extLst>
              <a:ext uri="{FF2B5EF4-FFF2-40B4-BE49-F238E27FC236}">
                <a16:creationId xmlns:a16="http://schemas.microsoft.com/office/drawing/2014/main" id="{613EECC0-E0AA-E69C-82D7-DD9C28699946}"/>
              </a:ext>
            </a:extLst>
          </p:cNvPr>
          <p:cNvPicPr>
            <a:picLocks noChangeAspect="1"/>
          </p:cNvPicPr>
          <p:nvPr/>
        </p:nvPicPr>
        <p:blipFill>
          <a:blip r:embed="rId9"/>
          <a:stretch>
            <a:fillRect/>
          </a:stretch>
        </p:blipFill>
        <p:spPr>
          <a:xfrm>
            <a:off x="8428633" y="3482939"/>
            <a:ext cx="2638809" cy="2694024"/>
          </a:xfrm>
          <a:prstGeom prst="rect">
            <a:avLst/>
          </a:prstGeom>
        </p:spPr>
      </p:pic>
      <p:pic>
        <p:nvPicPr>
          <p:cNvPr id="25" name="Picture 24">
            <a:extLst>
              <a:ext uri="{FF2B5EF4-FFF2-40B4-BE49-F238E27FC236}">
                <a16:creationId xmlns:a16="http://schemas.microsoft.com/office/drawing/2014/main" id="{59B2E6FE-8561-992E-7C1D-C415CB1AA391}"/>
              </a:ext>
            </a:extLst>
          </p:cNvPr>
          <p:cNvPicPr>
            <a:picLocks noChangeAspect="1"/>
          </p:cNvPicPr>
          <p:nvPr/>
        </p:nvPicPr>
        <p:blipFill>
          <a:blip r:embed="rId10"/>
          <a:stretch>
            <a:fillRect/>
          </a:stretch>
        </p:blipFill>
        <p:spPr>
          <a:xfrm rot="16200000">
            <a:off x="5985840" y="4178831"/>
            <a:ext cx="2624665" cy="1371599"/>
          </a:xfrm>
          <a:prstGeom prst="rect">
            <a:avLst/>
          </a:prstGeom>
        </p:spPr>
      </p:pic>
    </p:spTree>
    <p:extLst>
      <p:ext uri="{BB962C8B-B14F-4D97-AF65-F5344CB8AC3E}">
        <p14:creationId xmlns:p14="http://schemas.microsoft.com/office/powerpoint/2010/main" val="347029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duotone>
              <a:schemeClr val="bg1">
                <a:shade val="48000"/>
                <a:satMod val="110000"/>
                <a:lumMod val="40000"/>
              </a:schemeClr>
              <a:schemeClr val="bg1">
                <a:tint val="90000"/>
                <a:lumMod val="106000"/>
              </a:schemeClr>
            </a:duotone>
          </a:blip>
          <a:stretch/>
        </a:blip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576E8DBD-6DBD-4FCB-8FE8-8F0425C0B67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36" name="Freeform 11">
            <a:extLst>
              <a:ext uri="{FF2B5EF4-FFF2-40B4-BE49-F238E27FC236}">
                <a16:creationId xmlns:a16="http://schemas.microsoft.com/office/drawing/2014/main" id="{70BE0118-665B-49AC-8ED9-B29C009CED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75" y="0"/>
            <a:ext cx="11683810" cy="6588125"/>
          </a:xfrm>
          <a:custGeom>
            <a:avLst/>
            <a:gdLst/>
            <a:ahLst/>
            <a:cxnLst/>
            <a:rect l="l" t="t" r="r" b="b"/>
            <a:pathLst>
              <a:path w="11683810" h="6588125">
                <a:moveTo>
                  <a:pt x="0" y="0"/>
                </a:moveTo>
                <a:lnTo>
                  <a:pt x="11318691" y="0"/>
                </a:lnTo>
                <a:lnTo>
                  <a:pt x="11683810" y="5976938"/>
                </a:lnTo>
                <a:lnTo>
                  <a:pt x="15875" y="6588125"/>
                </a:lnTo>
                <a:cubicBezTo>
                  <a:pt x="10583" y="4386792"/>
                  <a:pt x="5292" y="2185458"/>
                  <a:pt x="0" y="0"/>
                </a:cubicBezTo>
                <a:close/>
              </a:path>
            </a:pathLst>
          </a:custGeom>
          <a:ln>
            <a:noFill/>
          </a:ln>
          <a:effectLst>
            <a:outerShdw blurRad="101600" dist="152400" dir="4380000" algn="tl" rotWithShape="0">
              <a:srgbClr val="000000">
                <a:alpha val="43000"/>
              </a:srgbClr>
            </a:outerShdw>
          </a:effectLst>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38" name="Freeform 13">
            <a:extLst>
              <a:ext uri="{FF2B5EF4-FFF2-40B4-BE49-F238E27FC236}">
                <a16:creationId xmlns:a16="http://schemas.microsoft.com/office/drawing/2014/main" id="{DB8E4593-3024-4A7B-92FB-8114D72E5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2257"/>
            <a:ext cx="11329257" cy="2028845"/>
          </a:xfrm>
          <a:custGeom>
            <a:avLst/>
            <a:gdLst/>
            <a:ahLst/>
            <a:cxnLst/>
            <a:rect l="l" t="t" r="r" b="b"/>
            <a:pathLst>
              <a:path w="11329257" h="2028845">
                <a:moveTo>
                  <a:pt x="0" y="588520"/>
                </a:moveTo>
                <a:lnTo>
                  <a:pt x="11244075" y="0"/>
                </a:lnTo>
                <a:lnTo>
                  <a:pt x="11329257" y="1424838"/>
                </a:lnTo>
                <a:lnTo>
                  <a:pt x="0" y="2028845"/>
                </a:lnTo>
                <a:lnTo>
                  <a:pt x="0" y="58852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40" name="Freeform 25">
            <a:extLst>
              <a:ext uri="{FF2B5EF4-FFF2-40B4-BE49-F238E27FC236}">
                <a16:creationId xmlns:a16="http://schemas.microsoft.com/office/drawing/2014/main" id="{F72029E6-113E-4A42-8D29-4B796B39B9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19579" cy="456877"/>
          </a:xfrm>
          <a:custGeom>
            <a:avLst/>
            <a:gdLst/>
            <a:ahLst/>
            <a:cxnLst/>
            <a:rect l="l" t="t" r="r" b="b"/>
            <a:pathLst>
              <a:path w="8719579" h="456877">
                <a:moveTo>
                  <a:pt x="0" y="0"/>
                </a:moveTo>
                <a:lnTo>
                  <a:pt x="8719579" y="0"/>
                </a:lnTo>
                <a:lnTo>
                  <a:pt x="0" y="456877"/>
                </a:lnTo>
                <a:lnTo>
                  <a:pt x="0" y="0"/>
                </a:lnTo>
                <a:close/>
              </a:path>
            </a:pathLst>
          </a:cu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42" name="Freeform 14">
            <a:extLst>
              <a:ext uri="{FF2B5EF4-FFF2-40B4-BE49-F238E27FC236}">
                <a16:creationId xmlns:a16="http://schemas.microsoft.com/office/drawing/2014/main" id="{FBAE6AE5-2B20-46E6-B338-A385BFF09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161800" y="293317"/>
            <a:ext cx="11367116" cy="5751804"/>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IT"/>
          </a:p>
        </p:txBody>
      </p:sp>
      <p:sp>
        <p:nvSpPr>
          <p:cNvPr id="44" name="5-Point Star 24">
            <a:extLst>
              <a:ext uri="{FF2B5EF4-FFF2-40B4-BE49-F238E27FC236}">
                <a16:creationId xmlns:a16="http://schemas.microsoft.com/office/drawing/2014/main" id="{4555B12C-E2CF-448D-918F-96D0958DC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420000">
            <a:off x="4221385" y="5111356"/>
            <a:ext cx="515386" cy="515386"/>
          </a:xfrm>
          <a:prstGeom prst="star5">
            <a:avLst>
              <a:gd name="adj" fmla="val 26693"/>
              <a:gd name="hf" fmla="val 105146"/>
              <a:gd name="vf" fmla="val 110557"/>
            </a:avLst>
          </a:prstGeom>
          <a:solidFill>
            <a:schemeClr val="tx1">
              <a:alpha val="40000"/>
            </a:schemeClr>
          </a:solidFill>
          <a:ln>
            <a:noFill/>
          </a:ln>
        </p:spPr>
        <p:style>
          <a:lnRef idx="1">
            <a:schemeClr val="accent1"/>
          </a:lnRef>
          <a:fillRef idx="3">
            <a:schemeClr val="accent1"/>
          </a:fillRef>
          <a:effectRef idx="2">
            <a:schemeClr val="accent1"/>
          </a:effectRef>
          <a:fontRef idx="minor">
            <a:schemeClr val="lt1"/>
          </a:fontRef>
        </p:style>
        <p:txBody>
          <a:bodyPr/>
          <a:lstStyle/>
          <a:p>
            <a:endParaRPr lang="en-IT"/>
          </a:p>
        </p:txBody>
      </p:sp>
      <p:pic>
        <p:nvPicPr>
          <p:cNvPr id="46" name="Picture 45">
            <a:extLst>
              <a:ext uri="{FF2B5EF4-FFF2-40B4-BE49-F238E27FC236}">
                <a16:creationId xmlns:a16="http://schemas.microsoft.com/office/drawing/2014/main" id="{47458151-6535-4712-9D31-5BFEBD22056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48" name="Rectangle 47">
            <a:extLst>
              <a:ext uri="{FF2B5EF4-FFF2-40B4-BE49-F238E27FC236}">
                <a16:creationId xmlns:a16="http://schemas.microsoft.com/office/drawing/2014/main" id="{28F956D1-3AF5-47E1-BF12-D331E34AAA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6" y="0"/>
            <a:ext cx="4632997" cy="6858000"/>
          </a:xfrm>
          <a:prstGeom prst="rect">
            <a:avLst/>
          </a:prstGeom>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5">
            <a:extLst>
              <a:ext uri="{FF2B5EF4-FFF2-40B4-BE49-F238E27FC236}">
                <a16:creationId xmlns:a16="http://schemas.microsoft.com/office/drawing/2014/main" id="{4A5A7DD1-718C-42BE-9B90-4D960E22E3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6" y="0"/>
            <a:ext cx="4293205" cy="6576643"/>
          </a:xfrm>
          <a:custGeom>
            <a:avLst/>
            <a:gdLst/>
            <a:ahLst/>
            <a:cxnLst/>
            <a:rect l="l" t="t" r="r" b="b"/>
            <a:pathLst>
              <a:path w="11367116" h="5751804">
                <a:moveTo>
                  <a:pt x="11346705" y="0"/>
                </a:moveTo>
                <a:cubicBezTo>
                  <a:pt x="11353509" y="1915114"/>
                  <a:pt x="11360312" y="3830229"/>
                  <a:pt x="11367116" y="5745343"/>
                </a:cubicBezTo>
                <a:lnTo>
                  <a:pt x="0" y="5751804"/>
                </a:lnTo>
              </a:path>
            </a:pathLst>
          </a:custGeom>
          <a:ln w="82550">
            <a:solidFill>
              <a:schemeClr val="tx1">
                <a:lumMod val="50000"/>
                <a:lumOff val="50000"/>
              </a:schemeClr>
            </a:solidFill>
            <a:miter lim="800000"/>
          </a:ln>
        </p:spPr>
        <p:style>
          <a:lnRef idx="2">
            <a:schemeClr val="accent1"/>
          </a:lnRef>
          <a:fillRef idx="0">
            <a:schemeClr val="accent1"/>
          </a:fillRef>
          <a:effectRef idx="1">
            <a:schemeClr val="accent1"/>
          </a:effectRef>
          <a:fontRef idx="minor">
            <a:schemeClr val="tx1"/>
          </a:fontRef>
        </p:style>
        <p:txBody>
          <a:bodyPr/>
          <a:lstStyle/>
          <a:p>
            <a:endParaRPr lang="en-IT"/>
          </a:p>
        </p:txBody>
      </p:sp>
      <p:sp>
        <p:nvSpPr>
          <p:cNvPr id="10" name="TextBox 9">
            <a:extLst>
              <a:ext uri="{FF2B5EF4-FFF2-40B4-BE49-F238E27FC236}">
                <a16:creationId xmlns:a16="http://schemas.microsoft.com/office/drawing/2014/main" id="{712B78F8-1BA5-2D67-4A17-07CDA41CA330}"/>
              </a:ext>
            </a:extLst>
          </p:cNvPr>
          <p:cNvSpPr txBox="1"/>
          <p:nvPr/>
        </p:nvSpPr>
        <p:spPr>
          <a:xfrm>
            <a:off x="177507" y="1343578"/>
            <a:ext cx="4030744" cy="2901781"/>
          </a:xfrm>
          <a:prstGeom prst="rect">
            <a:avLst/>
          </a:prstGeom>
        </p:spPr>
        <p:txBody>
          <a:bodyPr vert="horz" lIns="91440" tIns="45720" rIns="91440" bIns="45720" rtlCol="0" anchor="b">
            <a:normAutofit/>
          </a:bodyPr>
          <a:lstStyle/>
          <a:p>
            <a:pPr defTabSz="914400">
              <a:lnSpc>
                <a:spcPct val="90000"/>
              </a:lnSpc>
              <a:spcBef>
                <a:spcPct val="0"/>
              </a:spcBef>
              <a:spcAft>
                <a:spcPts val="600"/>
              </a:spcAft>
            </a:pPr>
            <a:r>
              <a:rPr lang="en-US" sz="5100" b="1" cap="all" dirty="0">
                <a:solidFill>
                  <a:schemeClr val="accent1"/>
                </a:solidFill>
                <a:latin typeface="+mj-lt"/>
                <a:ea typeface="+mj-ea"/>
                <a:cs typeface="+mj-cs"/>
              </a:rPr>
              <a:t>        L</a:t>
            </a:r>
            <a:r>
              <a:rPr lang="en-US" sz="5100" b="1" dirty="0">
                <a:solidFill>
                  <a:schemeClr val="accent1"/>
                </a:solidFill>
                <a:latin typeface="+mj-lt"/>
                <a:ea typeface="+mj-ea"/>
                <a:cs typeface="+mj-cs"/>
              </a:rPr>
              <a:t>o</a:t>
            </a:r>
            <a:r>
              <a:rPr lang="en-US" sz="5100" b="1" cap="all" dirty="0">
                <a:solidFill>
                  <a:schemeClr val="accent1"/>
                </a:solidFill>
                <a:latin typeface="+mj-lt"/>
                <a:ea typeface="+mj-ea"/>
                <a:cs typeface="+mj-cs"/>
              </a:rPr>
              <a:t>ra</a:t>
            </a:r>
          </a:p>
          <a:p>
            <a:pPr defTabSz="914400">
              <a:lnSpc>
                <a:spcPct val="90000"/>
              </a:lnSpc>
              <a:spcBef>
                <a:spcPct val="0"/>
              </a:spcBef>
              <a:spcAft>
                <a:spcPts val="600"/>
              </a:spcAft>
            </a:pPr>
            <a:r>
              <a:rPr lang="en-US" sz="5100" b="1" cap="all" dirty="0">
                <a:solidFill>
                  <a:schemeClr val="accent1"/>
                </a:solidFill>
                <a:latin typeface="+mj-lt"/>
                <a:ea typeface="+mj-ea"/>
                <a:cs typeface="+mj-cs"/>
              </a:rPr>
              <a:t> (Low Rank Adaptation)</a:t>
            </a:r>
          </a:p>
        </p:txBody>
      </p:sp>
      <p:sp>
        <p:nvSpPr>
          <p:cNvPr id="52" name="Rectangle 51">
            <a:extLst>
              <a:ext uri="{FF2B5EF4-FFF2-40B4-BE49-F238E27FC236}">
                <a16:creationId xmlns:a16="http://schemas.microsoft.com/office/drawing/2014/main" id="{9DE02FF1-20BC-4306-B0FB-AE6D71D737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248871" cy="226225"/>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54" name="Rectangle 53">
            <a:extLst>
              <a:ext uri="{FF2B5EF4-FFF2-40B4-BE49-F238E27FC236}">
                <a16:creationId xmlns:a16="http://schemas.microsoft.com/office/drawing/2014/main" id="{89A8C427-1B47-42B2-9206-1F34BE757D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52622"/>
            <a:ext cx="4250216" cy="780581"/>
          </a:xfrm>
          <a:prstGeom prst="rect">
            <a:avLst/>
          </a:prstGeom>
          <a:gradFill flip="none" rotWithShape="1">
            <a:gsLst>
              <a:gs pos="34000">
                <a:schemeClr val="accent1"/>
              </a:gs>
              <a:gs pos="100000">
                <a:schemeClr val="accent1">
                  <a:lumMod val="50000"/>
                </a:schemeClr>
              </a:gs>
            </a:gsLst>
            <a:path path="circle">
              <a:fillToRect l="50000" t="50000" r="50000" b="50000"/>
            </a:path>
            <a:tileRect/>
          </a:gradFill>
          <a:ln>
            <a:noFill/>
          </a:ln>
        </p:spPr>
        <p:style>
          <a:lnRef idx="1">
            <a:schemeClr val="accent1"/>
          </a:lnRef>
          <a:fillRef idx="3">
            <a:schemeClr val="accent1"/>
          </a:fillRef>
          <a:effectRef idx="2">
            <a:schemeClr val="accent1"/>
          </a:effectRef>
          <a:fontRef idx="minor">
            <a:schemeClr val="lt1"/>
          </a:fontRef>
        </p:style>
        <p:txBody>
          <a:bodyPr/>
          <a:lstStyle/>
          <a:p>
            <a:endParaRPr lang="en-IT"/>
          </a:p>
        </p:txBody>
      </p:sp>
      <p:sp>
        <p:nvSpPr>
          <p:cNvPr id="56" name="Rectangle 55">
            <a:extLst>
              <a:ext uri="{FF2B5EF4-FFF2-40B4-BE49-F238E27FC236}">
                <a16:creationId xmlns:a16="http://schemas.microsoft.com/office/drawing/2014/main" id="{C9864909-0F48-48BD-B525-B293738D4E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1883" y="450792"/>
            <a:ext cx="6636823" cy="5950008"/>
          </a:xfrm>
          <a:prstGeom prst="rect">
            <a:avLst/>
          </a:prstGeom>
          <a:solidFill>
            <a:schemeClr val="bg1"/>
          </a:solidFill>
          <a:ln w="57150" cmpd="thinThick">
            <a:noFill/>
            <a:miter lim="800000"/>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BF3D37A-9D1E-0B1D-46E9-50BAF975ED81}"/>
              </a:ext>
            </a:extLst>
          </p:cNvPr>
          <p:cNvPicPr>
            <a:picLocks noChangeAspect="1"/>
          </p:cNvPicPr>
          <p:nvPr/>
        </p:nvPicPr>
        <p:blipFill>
          <a:blip r:embed="rId4"/>
          <a:stretch>
            <a:fillRect/>
          </a:stretch>
        </p:blipFill>
        <p:spPr>
          <a:xfrm>
            <a:off x="5106492" y="2058399"/>
            <a:ext cx="6511414" cy="2734794"/>
          </a:xfrm>
          <a:prstGeom prst="rect">
            <a:avLst/>
          </a:prstGeom>
        </p:spPr>
      </p:pic>
    </p:spTree>
    <p:extLst>
      <p:ext uri="{BB962C8B-B14F-4D97-AF65-F5344CB8AC3E}">
        <p14:creationId xmlns:p14="http://schemas.microsoft.com/office/powerpoint/2010/main" val="4206995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A19E1-A0B2-1128-1F58-953841F57A52}"/>
            </a:ext>
          </a:extLst>
        </p:cNvPr>
        <p:cNvGrpSpPr/>
        <p:nvPr/>
      </p:nvGrpSpPr>
      <p:grpSpPr>
        <a:xfrm>
          <a:off x="0" y="0"/>
          <a:ext cx="0" cy="0"/>
          <a:chOff x="0" y="0"/>
          <a:chExt cx="0" cy="0"/>
        </a:xfrm>
      </p:grpSpPr>
      <p:sp>
        <p:nvSpPr>
          <p:cNvPr id="7" name="Rounded Rectangle 6">
            <a:extLst>
              <a:ext uri="{FF2B5EF4-FFF2-40B4-BE49-F238E27FC236}">
                <a16:creationId xmlns:a16="http://schemas.microsoft.com/office/drawing/2014/main" id="{60AAFCBB-9BBA-30C9-798F-D3E582FE6427}"/>
              </a:ext>
            </a:extLst>
          </p:cNvPr>
          <p:cNvSpPr/>
          <p:nvPr/>
        </p:nvSpPr>
        <p:spPr>
          <a:xfrm>
            <a:off x="7028120" y="1752878"/>
            <a:ext cx="3987209" cy="1342123"/>
          </a:xfrm>
          <a:prstGeom prst="roundRect">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numCol="1" rtlCol="0" anchor="ctr"/>
          <a:lstStyle/>
          <a:p>
            <a:pPr marL="285750" indent="-285750">
              <a:buFont typeface="Arial" panose="020B0604020202020204" pitchFamily="34" charset="0"/>
              <a:buChar char="•"/>
            </a:pPr>
            <a:r>
              <a:rPr lang="en-US" sz="2000" dirty="0">
                <a:solidFill>
                  <a:schemeClr val="bg1"/>
                </a:solidFill>
              </a:rPr>
              <a:t>1 % OF THE PARAMETERS UPDATED</a:t>
            </a:r>
          </a:p>
          <a:p>
            <a:pPr marL="285750" indent="-285750">
              <a:buFont typeface="Arial" panose="020B0604020202020204" pitchFamily="34" charset="0"/>
              <a:buChar char="•"/>
            </a:pPr>
            <a:r>
              <a:rPr lang="en-US" sz="2000" dirty="0">
                <a:solidFill>
                  <a:schemeClr val="bg1"/>
                </a:solidFill>
              </a:rPr>
              <a:t>15 MINUTES OF TRAINING</a:t>
            </a:r>
          </a:p>
        </p:txBody>
      </p:sp>
      <p:pic>
        <p:nvPicPr>
          <p:cNvPr id="12" name="Picture 11" descr="A close-up of a score&#10;&#10;Description automatically generated">
            <a:extLst>
              <a:ext uri="{FF2B5EF4-FFF2-40B4-BE49-F238E27FC236}">
                <a16:creationId xmlns:a16="http://schemas.microsoft.com/office/drawing/2014/main" id="{114A868C-FE41-7276-9FAC-5D028B7EB198}"/>
              </a:ext>
            </a:extLst>
          </p:cNvPr>
          <p:cNvPicPr>
            <a:picLocks noChangeAspect="1"/>
          </p:cNvPicPr>
          <p:nvPr/>
        </p:nvPicPr>
        <p:blipFill>
          <a:blip r:embed="rId2"/>
          <a:stretch>
            <a:fillRect/>
          </a:stretch>
        </p:blipFill>
        <p:spPr>
          <a:xfrm>
            <a:off x="545339" y="3495473"/>
            <a:ext cx="6216651" cy="1631869"/>
          </a:xfrm>
          <a:prstGeom prst="rect">
            <a:avLst/>
          </a:prstGeom>
        </p:spPr>
      </p:pic>
      <p:sp>
        <p:nvSpPr>
          <p:cNvPr id="19" name="TextBox 18">
            <a:extLst>
              <a:ext uri="{FF2B5EF4-FFF2-40B4-BE49-F238E27FC236}">
                <a16:creationId xmlns:a16="http://schemas.microsoft.com/office/drawing/2014/main" id="{C23F3F24-E731-50AC-EF91-DAEDA465A1FE}"/>
              </a:ext>
            </a:extLst>
          </p:cNvPr>
          <p:cNvSpPr txBox="1"/>
          <p:nvPr/>
        </p:nvSpPr>
        <p:spPr>
          <a:xfrm>
            <a:off x="863655" y="442061"/>
            <a:ext cx="6666082" cy="830997"/>
          </a:xfrm>
          <a:prstGeom prst="rect">
            <a:avLst/>
          </a:prstGeom>
          <a:noFill/>
        </p:spPr>
        <p:txBody>
          <a:bodyPr wrap="square" rtlCol="0">
            <a:spAutoFit/>
          </a:bodyPr>
          <a:lstStyle/>
          <a:p>
            <a:r>
              <a:rPr lang="en-IT" sz="4800" dirty="0">
                <a:solidFill>
                  <a:schemeClr val="accent1"/>
                </a:solidFill>
              </a:rPr>
              <a:t>THE POWER OF LoRA</a:t>
            </a:r>
          </a:p>
        </p:txBody>
      </p:sp>
      <p:sp>
        <p:nvSpPr>
          <p:cNvPr id="6" name="Rounded Rectangle 5">
            <a:extLst>
              <a:ext uri="{FF2B5EF4-FFF2-40B4-BE49-F238E27FC236}">
                <a16:creationId xmlns:a16="http://schemas.microsoft.com/office/drawing/2014/main" id="{0EA620B0-2D1F-BC5B-FA0A-01FD76556D19}"/>
              </a:ext>
            </a:extLst>
          </p:cNvPr>
          <p:cNvSpPr/>
          <p:nvPr/>
        </p:nvSpPr>
        <p:spPr>
          <a:xfrm>
            <a:off x="842460" y="1641241"/>
            <a:ext cx="5265292" cy="1569871"/>
          </a:xfrm>
          <a:prstGeom prst="roundRect">
            <a:avLst/>
          </a:prstGeom>
          <a:solidFill>
            <a:schemeClr val="accent4">
              <a:lumMod val="20000"/>
              <a:lumOff val="8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sz="3200" b="1" dirty="0">
                <a:solidFill>
                  <a:schemeClr val="tx1"/>
                </a:solidFill>
              </a:rPr>
              <a:t>OUR TASK</a:t>
            </a:r>
          </a:p>
          <a:p>
            <a:pPr algn="ctr"/>
            <a:r>
              <a:rPr lang="en-IT" sz="2400" dirty="0">
                <a:solidFill>
                  <a:schemeClr val="tx1"/>
                </a:solidFill>
              </a:rPr>
              <a:t>Identifying wether 2 sentences have the same meaning</a:t>
            </a:r>
          </a:p>
          <a:p>
            <a:pPr algn="ctr"/>
            <a:endParaRPr lang="en-IT" sz="2400" dirty="0">
              <a:solidFill>
                <a:schemeClr val="tx1"/>
              </a:solidFill>
            </a:endParaRPr>
          </a:p>
        </p:txBody>
      </p:sp>
      <p:sp>
        <p:nvSpPr>
          <p:cNvPr id="8" name="Rounded Rectangle 7">
            <a:extLst>
              <a:ext uri="{FF2B5EF4-FFF2-40B4-BE49-F238E27FC236}">
                <a16:creationId xmlns:a16="http://schemas.microsoft.com/office/drawing/2014/main" id="{4B1B20FC-A37C-BB08-6B17-0D0820407164}"/>
              </a:ext>
            </a:extLst>
          </p:cNvPr>
          <p:cNvSpPr/>
          <p:nvPr/>
        </p:nvSpPr>
        <p:spPr>
          <a:xfrm>
            <a:off x="7028120" y="3570252"/>
            <a:ext cx="3987209" cy="1031476"/>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T" sz="3200" dirty="0">
                <a:solidFill>
                  <a:schemeClr val="tx1"/>
                </a:solidFill>
              </a:rPr>
              <a:t>+ 5350% </a:t>
            </a:r>
          </a:p>
          <a:p>
            <a:pPr algn="ctr"/>
            <a:r>
              <a:rPr lang="en-IT" dirty="0">
                <a:solidFill>
                  <a:schemeClr val="tx1"/>
                </a:solidFill>
              </a:rPr>
              <a:t>PERFORMANCE IMPROVEMENT</a:t>
            </a:r>
          </a:p>
        </p:txBody>
      </p:sp>
      <p:sp>
        <p:nvSpPr>
          <p:cNvPr id="9" name="Right Arrow 8">
            <a:extLst>
              <a:ext uri="{FF2B5EF4-FFF2-40B4-BE49-F238E27FC236}">
                <a16:creationId xmlns:a16="http://schemas.microsoft.com/office/drawing/2014/main" id="{BC9830C2-0A1C-A687-AA6C-A335A70DC442}"/>
              </a:ext>
            </a:extLst>
          </p:cNvPr>
          <p:cNvSpPr/>
          <p:nvPr/>
        </p:nvSpPr>
        <p:spPr>
          <a:xfrm rot="5400000">
            <a:off x="8849559" y="2905033"/>
            <a:ext cx="583135" cy="544540"/>
          </a:xfrm>
          <a:prstGeom prst="rightArrow">
            <a:avLst/>
          </a:prstGeom>
          <a:solidFill>
            <a:schemeClr val="tx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T">
              <a:solidFill>
                <a:schemeClr val="bg1"/>
              </a:solidFill>
            </a:endParaRPr>
          </a:p>
        </p:txBody>
      </p:sp>
      <p:sp>
        <p:nvSpPr>
          <p:cNvPr id="41" name="TextBox 40">
            <a:extLst>
              <a:ext uri="{FF2B5EF4-FFF2-40B4-BE49-F238E27FC236}">
                <a16:creationId xmlns:a16="http://schemas.microsoft.com/office/drawing/2014/main" id="{72E2235F-593C-8EFE-A0AB-083130C94C19}"/>
              </a:ext>
            </a:extLst>
          </p:cNvPr>
          <p:cNvSpPr txBox="1"/>
          <p:nvPr/>
        </p:nvSpPr>
        <p:spPr>
          <a:xfrm>
            <a:off x="8353022" y="901135"/>
            <a:ext cx="1329070" cy="769441"/>
          </a:xfrm>
          <a:prstGeom prst="rect">
            <a:avLst/>
          </a:prstGeom>
          <a:noFill/>
        </p:spPr>
        <p:txBody>
          <a:bodyPr wrap="square" rtlCol="0">
            <a:spAutoFit/>
          </a:bodyPr>
          <a:lstStyle/>
          <a:p>
            <a:r>
              <a:rPr lang="en-IT" sz="4400" dirty="0"/>
              <a:t>ONLY</a:t>
            </a:r>
          </a:p>
        </p:txBody>
      </p:sp>
    </p:spTree>
    <p:extLst>
      <p:ext uri="{BB962C8B-B14F-4D97-AF65-F5344CB8AC3E}">
        <p14:creationId xmlns:p14="http://schemas.microsoft.com/office/powerpoint/2010/main" val="2662904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4840-998A-8F06-844E-5F8512AEFC3F}"/>
              </a:ext>
            </a:extLst>
          </p:cNvPr>
          <p:cNvSpPr>
            <a:spLocks noGrp="1"/>
          </p:cNvSpPr>
          <p:nvPr>
            <p:ph type="title"/>
          </p:nvPr>
        </p:nvSpPr>
        <p:spPr>
          <a:xfrm>
            <a:off x="811856" y="187955"/>
            <a:ext cx="8651119" cy="1325563"/>
          </a:xfrm>
        </p:spPr>
        <p:txBody>
          <a:bodyPr vert="horz" lIns="91440" tIns="45720" rIns="91440" bIns="45720" rtlCol="0" anchor="ctr">
            <a:normAutofit fontScale="90000"/>
          </a:bodyPr>
          <a:lstStyle/>
          <a:p>
            <a:r>
              <a:rPr lang="en-US" b="1" dirty="0" err="1"/>
              <a:t>L</a:t>
            </a:r>
            <a:r>
              <a:rPr lang="en-US" b="1" cap="none" dirty="0" err="1"/>
              <a:t>o</a:t>
            </a:r>
            <a:r>
              <a:rPr lang="en-US" b="1" dirty="0" err="1"/>
              <a:t>RA</a:t>
            </a:r>
            <a:r>
              <a:rPr lang="en-US" b="1" dirty="0"/>
              <a:t> and AI DEMOCRATIZATION </a:t>
            </a:r>
          </a:p>
        </p:txBody>
      </p:sp>
      <p:graphicFrame>
        <p:nvGraphicFramePr>
          <p:cNvPr id="13" name="Content Placeholder 2">
            <a:extLst>
              <a:ext uri="{FF2B5EF4-FFF2-40B4-BE49-F238E27FC236}">
                <a16:creationId xmlns:a16="http://schemas.microsoft.com/office/drawing/2014/main" id="{35B62F88-46B9-EFD9-CEB7-21B0D51079C9}"/>
              </a:ext>
            </a:extLst>
          </p:cNvPr>
          <p:cNvGraphicFramePr>
            <a:graphicFrameLocks noGrp="1"/>
          </p:cNvGraphicFramePr>
          <p:nvPr>
            <p:ph idx="1"/>
            <p:extLst>
              <p:ext uri="{D42A27DB-BD31-4B8C-83A1-F6EECF244321}">
                <p14:modId xmlns:p14="http://schemas.microsoft.com/office/powerpoint/2010/main" val="2469887729"/>
              </p:ext>
            </p:extLst>
          </p:nvPr>
        </p:nvGraphicFramePr>
        <p:xfrm>
          <a:off x="488038" y="1205174"/>
          <a:ext cx="6226056" cy="47077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20" name="Diagram 19">
            <a:extLst>
              <a:ext uri="{FF2B5EF4-FFF2-40B4-BE49-F238E27FC236}">
                <a16:creationId xmlns:a16="http://schemas.microsoft.com/office/drawing/2014/main" id="{54A05576-E34E-0379-E4E8-CE96B3F5CFDD}"/>
              </a:ext>
            </a:extLst>
          </p:cNvPr>
          <p:cNvGraphicFramePr/>
          <p:nvPr>
            <p:extLst>
              <p:ext uri="{D42A27DB-BD31-4B8C-83A1-F6EECF244321}">
                <p14:modId xmlns:p14="http://schemas.microsoft.com/office/powerpoint/2010/main" val="1817480836"/>
              </p:ext>
            </p:extLst>
          </p:nvPr>
        </p:nvGraphicFramePr>
        <p:xfrm>
          <a:off x="7250565" y="1764820"/>
          <a:ext cx="3895662" cy="332835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8184701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Main Event">
  <a:themeElements>
    <a:clrScheme name="Main Event">
      <a:dk1>
        <a:sysClr val="windowText" lastClr="000000"/>
      </a:dk1>
      <a:lt1>
        <a:sysClr val="window" lastClr="FFFFFF"/>
      </a:lt1>
      <a:dk2>
        <a:srgbClr val="424242"/>
      </a:dk2>
      <a:lt2>
        <a:srgbClr val="C8C8C8"/>
      </a:lt2>
      <a:accent1>
        <a:srgbClr val="B80E0F"/>
      </a:accent1>
      <a:accent2>
        <a:srgbClr val="A6987D"/>
      </a:accent2>
      <a:accent3>
        <a:srgbClr val="7F9A71"/>
      </a:accent3>
      <a:accent4>
        <a:srgbClr val="64969F"/>
      </a:accent4>
      <a:accent5>
        <a:srgbClr val="9B75B2"/>
      </a:accent5>
      <a:accent6>
        <a:srgbClr val="80737A"/>
      </a:accent6>
      <a:hlink>
        <a:srgbClr val="F21213"/>
      </a:hlink>
      <a:folHlink>
        <a:srgbClr val="B6A394"/>
      </a:folHlink>
    </a:clrScheme>
    <a:fontScheme name="Main Event">
      <a:majorFont>
        <a:latin typeface="Impact" panose="020B080603090205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mpact" panose="020B080603090205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in Event">
      <a:fillStyleLst>
        <a:solidFill>
          <a:schemeClr val="phClr"/>
        </a:solidFill>
        <a:solidFill>
          <a:schemeClr val="phClr">
            <a:tint val="69000"/>
            <a:satMod val="105000"/>
            <a:lumMod val="110000"/>
          </a:schemeClr>
        </a:solidFill>
        <a:blipFill>
          <a:blip xmlns:r="http://schemas.openxmlformats.org/officeDocument/2006/relationships" r:embed="rId1">
            <a:duotone>
              <a:schemeClr val="phClr">
                <a:shade val="88000"/>
                <a:lumMod val="88000"/>
              </a:schemeClr>
              <a:schemeClr val="phClr"/>
            </a:duotone>
          </a:blip>
          <a:tile tx="0" ty="0" sx="100000" sy="100000" flip="none" algn="tl"/>
        </a:blipFill>
      </a:fillStyleLst>
      <a:lnStyleLst>
        <a:ln w="9525" cap="flat" cmpd="sng" algn="ctr">
          <a:solidFill>
            <a:schemeClr val="phClr">
              <a:shade val="60000"/>
            </a:scheme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25400" dist="127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88000"/>
              </a:schemeClr>
            </a:gs>
          </a:gsLst>
          <a:lin ang="5400000" scaled="0"/>
        </a:gradFill>
        <a:blipFill>
          <a:blip xmlns:r="http://schemas.openxmlformats.org/officeDocument/2006/relationships" r:embed="rId2">
            <a:duotone>
              <a:schemeClr val="phClr">
                <a:shade val="48000"/>
                <a:satMod val="110000"/>
                <a:lumMod val="40000"/>
              </a:schemeClr>
              <a:schemeClr val="phClr">
                <a:tint val="90000"/>
                <a:lumMod val="106000"/>
              </a:schemeClr>
            </a:duotone>
          </a:blip>
          <a:stretch/>
        </a:blipFill>
      </a:bgFillStyleLst>
    </a:fmtScheme>
  </a:themeElements>
  <a:objectDefaults/>
  <a:extraClrSchemeLst/>
  <a:extLst>
    <a:ext uri="{05A4C25C-085E-4340-85A3-A5531E510DB2}">
      <thm15:themeFamily xmlns:thm15="http://schemas.microsoft.com/office/thememl/2012/main" name="Main Event" id="{AC372BB4-D83D-411E-B849-B641926BA760}" vid="{F1EFBDE3-1A95-4E3D-81AD-1F53D65BEA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Main Event</Template>
  <TotalTime>1242</TotalTime>
  <Words>404</Words>
  <Application>Microsoft Macintosh PowerPoint</Application>
  <PresentationFormat>Widescreen</PresentationFormat>
  <Paragraphs>38</Paragraphs>
  <Slides>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Impact</vt:lpstr>
      <vt:lpstr>Main Event</vt:lpstr>
      <vt:lpstr>LoRA is all YOU need</vt:lpstr>
      <vt:lpstr>Training a transformer</vt:lpstr>
      <vt:lpstr>PowerPoint Presentation</vt:lpstr>
      <vt:lpstr>PowerPoint Presentation</vt:lpstr>
      <vt:lpstr>LoRA and AI DEMOCRATIZATION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GIOVANNI BIANCO</dc:creator>
  <cp:lastModifiedBy>GIOVANNI BIANCO</cp:lastModifiedBy>
  <cp:revision>3</cp:revision>
  <dcterms:created xsi:type="dcterms:W3CDTF">2024-10-28T01:53:45Z</dcterms:created>
  <dcterms:modified xsi:type="dcterms:W3CDTF">2024-10-28T23:16:25Z</dcterms:modified>
</cp:coreProperties>
</file>